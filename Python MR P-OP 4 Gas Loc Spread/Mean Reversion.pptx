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4"/>
  </p:notesMasterIdLst>
  <p:handoutMasterIdLst>
    <p:handoutMasterId r:id="rId15"/>
  </p:handoutMasterIdLst>
  <p:sldIdLst>
    <p:sldId id="256" r:id="rId5"/>
    <p:sldId id="368" r:id="rId6"/>
    <p:sldId id="393" r:id="rId7"/>
    <p:sldId id="396" r:id="rId8"/>
    <p:sldId id="392" r:id="rId9"/>
    <p:sldId id="391" r:id="rId10"/>
    <p:sldId id="395" r:id="rId11"/>
    <p:sldId id="397" r:id="rId12"/>
    <p:sldId id="398" r:id="rId13"/>
  </p:sldIdLst>
  <p:sldSz cx="9144000" cy="5143500" type="screen16x9"/>
  <p:notesSz cx="6858000" cy="9144000"/>
  <p:defaultTextStyle>
    <a:defPPr>
      <a:defRPr lang="nl-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CC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EF104C-DB25-435E-9BAA-C49835D96BE8}" v="2" dt="2025-01-07T09:43:46.7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65" autoAdjust="0"/>
    <p:restoredTop sz="85012" autoAdjust="0"/>
  </p:normalViewPr>
  <p:slideViewPr>
    <p:cSldViewPr snapToGrid="0" snapToObjects="1">
      <p:cViewPr varScale="1">
        <p:scale>
          <a:sx n="124" d="100"/>
          <a:sy n="124" d="100"/>
        </p:scale>
        <p:origin x="1194" y="10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cuña González, Mauro" userId="1a236117-165d-4393-ba95-6911ee8f5f7c" providerId="ADAL" clId="{2FEF104C-DB25-435E-9BAA-C49835D96BE8}"/>
    <pc:docChg chg="modSld">
      <pc:chgData name="Acuña González, Mauro" userId="1a236117-165d-4393-ba95-6911ee8f5f7c" providerId="ADAL" clId="{2FEF104C-DB25-435E-9BAA-C49835D96BE8}" dt="2025-01-07T09:43:46.764" v="1" actId="20577"/>
      <pc:docMkLst>
        <pc:docMk/>
      </pc:docMkLst>
      <pc:sldChg chg="modSp">
        <pc:chgData name="Acuña González, Mauro" userId="1a236117-165d-4393-ba95-6911ee8f5f7c" providerId="ADAL" clId="{2FEF104C-DB25-435E-9BAA-C49835D96BE8}" dt="2025-01-07T09:43:46.764" v="1" actId="20577"/>
        <pc:sldMkLst>
          <pc:docMk/>
          <pc:sldMk cId="2777669142" sldId="391"/>
        </pc:sldMkLst>
        <pc:spChg chg="mod">
          <ac:chgData name="Acuña González, Mauro" userId="1a236117-165d-4393-ba95-6911ee8f5f7c" providerId="ADAL" clId="{2FEF104C-DB25-435E-9BAA-C49835D96BE8}" dt="2025-01-07T09:43:46.764" v="1" actId="20577"/>
          <ac:spMkLst>
            <pc:docMk/>
            <pc:sldMk cId="2777669142" sldId="391"/>
            <ac:spMk id="8" creationId="{616C0CC6-2163-8230-FBA1-EE05CC26B506}"/>
          </ac:spMkLst>
        </pc:spChg>
        <pc:spChg chg="mod">
          <ac:chgData name="Acuña González, Mauro" userId="1a236117-165d-4393-ba95-6911ee8f5f7c" providerId="ADAL" clId="{2FEF104C-DB25-435E-9BAA-C49835D96BE8}" dt="2025-01-07T09:43:33.560" v="0" actId="20577"/>
          <ac:spMkLst>
            <pc:docMk/>
            <pc:sldMk cId="2777669142" sldId="391"/>
            <ac:spMk id="9" creationId="{7C8F099A-F2BD-0E50-3B83-5835C26C5C0D}"/>
          </ac:spMkLst>
        </pc:spChg>
      </pc:sldChg>
    </pc:docChg>
  </pc:docChgLst>
  <pc:docChgLst>
    <pc:chgData name="Mauro Acuña González" userId="1a236117-165d-4393-ba95-6911ee8f5f7c" providerId="ADAL" clId="{4C71C2F5-F045-4E5D-A95A-8B231507B12F}"/>
    <pc:docChg chg="undo custSel addSld delSld modSld sldOrd">
      <pc:chgData name="Mauro Acuña González" userId="1a236117-165d-4393-ba95-6911ee8f5f7c" providerId="ADAL" clId="{4C71C2F5-F045-4E5D-A95A-8B231507B12F}" dt="2023-03-14T08:33:41.999" v="4728" actId="255"/>
      <pc:docMkLst>
        <pc:docMk/>
      </pc:docMkLst>
      <pc:sldChg chg="modSp mod">
        <pc:chgData name="Mauro Acuña González" userId="1a236117-165d-4393-ba95-6911ee8f5f7c" providerId="ADAL" clId="{4C71C2F5-F045-4E5D-A95A-8B231507B12F}" dt="2023-03-13T19:14:54.456" v="4110" actId="20577"/>
        <pc:sldMkLst>
          <pc:docMk/>
          <pc:sldMk cId="1478239892" sldId="256"/>
        </pc:sldMkLst>
        <pc:spChg chg="mod">
          <ac:chgData name="Mauro Acuña González" userId="1a236117-165d-4393-ba95-6911ee8f5f7c" providerId="ADAL" clId="{4C71C2F5-F045-4E5D-A95A-8B231507B12F}" dt="2023-03-13T19:14:54.456" v="4110" actId="20577"/>
          <ac:spMkLst>
            <pc:docMk/>
            <pc:sldMk cId="1478239892" sldId="256"/>
            <ac:spMk id="3" creationId="{00000000-0000-0000-0000-000000000000}"/>
          </ac:spMkLst>
        </pc:spChg>
        <pc:spChg chg="mod">
          <ac:chgData name="Mauro Acuña González" userId="1a236117-165d-4393-ba95-6911ee8f5f7c" providerId="ADAL" clId="{4C71C2F5-F045-4E5D-A95A-8B231507B12F}" dt="2023-03-13T17:19:09.726" v="752" actId="14100"/>
          <ac:spMkLst>
            <pc:docMk/>
            <pc:sldMk cId="1478239892" sldId="256"/>
            <ac:spMk id="4" creationId="{00000000-0000-0000-0000-000000000000}"/>
          </ac:spMkLst>
        </pc:spChg>
      </pc:sldChg>
      <pc:sldChg chg="modSp mod">
        <pc:chgData name="Mauro Acuña González" userId="1a236117-165d-4393-ba95-6911ee8f5f7c" providerId="ADAL" clId="{4C71C2F5-F045-4E5D-A95A-8B231507B12F}" dt="2023-03-14T08:27:43.649" v="4685" actId="20577"/>
        <pc:sldMkLst>
          <pc:docMk/>
          <pc:sldMk cId="66971581" sldId="368"/>
        </pc:sldMkLst>
        <pc:spChg chg="mod">
          <ac:chgData name="Mauro Acuña González" userId="1a236117-165d-4393-ba95-6911ee8f5f7c" providerId="ADAL" clId="{4C71C2F5-F045-4E5D-A95A-8B231507B12F}" dt="2023-03-14T08:27:43.649" v="4685" actId="20577"/>
          <ac:spMkLst>
            <pc:docMk/>
            <pc:sldMk cId="66971581" sldId="368"/>
            <ac:spMk id="2" creationId="{00000000-0000-0000-0000-000000000000}"/>
          </ac:spMkLst>
        </pc:spChg>
        <pc:spChg chg="mod">
          <ac:chgData name="Mauro Acuña González" userId="1a236117-165d-4393-ba95-6911ee8f5f7c" providerId="ADAL" clId="{4C71C2F5-F045-4E5D-A95A-8B231507B12F}" dt="2023-03-13T19:15:11.569" v="4142" actId="20577"/>
          <ac:spMkLst>
            <pc:docMk/>
            <pc:sldMk cId="66971581" sldId="368"/>
            <ac:spMk id="3" creationId="{00000000-0000-0000-0000-000000000000}"/>
          </ac:spMkLst>
        </pc:spChg>
      </pc:sldChg>
      <pc:sldChg chg="del">
        <pc:chgData name="Mauro Acuña González" userId="1a236117-165d-4393-ba95-6911ee8f5f7c" providerId="ADAL" clId="{4C71C2F5-F045-4E5D-A95A-8B231507B12F}" dt="2023-03-13T16:29:52.456" v="186" actId="47"/>
        <pc:sldMkLst>
          <pc:docMk/>
          <pc:sldMk cId="3556623176" sldId="382"/>
        </pc:sldMkLst>
      </pc:sldChg>
      <pc:sldChg chg="del">
        <pc:chgData name="Mauro Acuña González" userId="1a236117-165d-4393-ba95-6911ee8f5f7c" providerId="ADAL" clId="{4C71C2F5-F045-4E5D-A95A-8B231507B12F}" dt="2023-03-13T16:29:53.047" v="187" actId="47"/>
        <pc:sldMkLst>
          <pc:docMk/>
          <pc:sldMk cId="788579497" sldId="383"/>
        </pc:sldMkLst>
      </pc:sldChg>
      <pc:sldChg chg="del">
        <pc:chgData name="Mauro Acuña González" userId="1a236117-165d-4393-ba95-6911ee8f5f7c" providerId="ADAL" clId="{4C71C2F5-F045-4E5D-A95A-8B231507B12F}" dt="2023-03-13T16:29:54.260" v="189" actId="47"/>
        <pc:sldMkLst>
          <pc:docMk/>
          <pc:sldMk cId="3372933067" sldId="385"/>
        </pc:sldMkLst>
      </pc:sldChg>
      <pc:sldChg chg="modSp del mod">
        <pc:chgData name="Mauro Acuña González" userId="1a236117-165d-4393-ba95-6911ee8f5f7c" providerId="ADAL" clId="{4C71C2F5-F045-4E5D-A95A-8B231507B12F}" dt="2023-03-14T08:30:39.902" v="4687" actId="47"/>
        <pc:sldMkLst>
          <pc:docMk/>
          <pc:sldMk cId="1167208223" sldId="386"/>
        </pc:sldMkLst>
        <pc:spChg chg="mod">
          <ac:chgData name="Mauro Acuña González" userId="1a236117-165d-4393-ba95-6911ee8f5f7c" providerId="ADAL" clId="{4C71C2F5-F045-4E5D-A95A-8B231507B12F}" dt="2023-03-13T18:49:37.402" v="3558" actId="20577"/>
          <ac:spMkLst>
            <pc:docMk/>
            <pc:sldMk cId="1167208223" sldId="386"/>
            <ac:spMk id="2" creationId="{00000000-0000-0000-0000-000000000000}"/>
          </ac:spMkLst>
        </pc:spChg>
        <pc:spChg chg="mod">
          <ac:chgData name="Mauro Acuña González" userId="1a236117-165d-4393-ba95-6911ee8f5f7c" providerId="ADAL" clId="{4C71C2F5-F045-4E5D-A95A-8B231507B12F}" dt="2023-03-13T18:07:23.293" v="3026" actId="20577"/>
          <ac:spMkLst>
            <pc:docMk/>
            <pc:sldMk cId="1167208223" sldId="386"/>
            <ac:spMk id="3" creationId="{00000000-0000-0000-0000-000000000000}"/>
          </ac:spMkLst>
        </pc:spChg>
      </pc:sldChg>
      <pc:sldChg chg="del">
        <pc:chgData name="Mauro Acuña González" userId="1a236117-165d-4393-ba95-6911ee8f5f7c" providerId="ADAL" clId="{4C71C2F5-F045-4E5D-A95A-8B231507B12F}" dt="2023-03-13T16:29:49.672" v="183" actId="47"/>
        <pc:sldMkLst>
          <pc:docMk/>
          <pc:sldMk cId="352297414" sldId="387"/>
        </pc:sldMkLst>
      </pc:sldChg>
      <pc:sldChg chg="del">
        <pc:chgData name="Mauro Acuña González" userId="1a236117-165d-4393-ba95-6911ee8f5f7c" providerId="ADAL" clId="{4C71C2F5-F045-4E5D-A95A-8B231507B12F}" dt="2023-03-13T16:29:49.199" v="182" actId="47"/>
        <pc:sldMkLst>
          <pc:docMk/>
          <pc:sldMk cId="1825168886" sldId="388"/>
        </pc:sldMkLst>
      </pc:sldChg>
      <pc:sldChg chg="del">
        <pc:chgData name="Mauro Acuña González" userId="1a236117-165d-4393-ba95-6911ee8f5f7c" providerId="ADAL" clId="{4C71C2F5-F045-4E5D-A95A-8B231507B12F}" dt="2023-03-13T16:29:51.089" v="184" actId="47"/>
        <pc:sldMkLst>
          <pc:docMk/>
          <pc:sldMk cId="2830188286" sldId="389"/>
        </pc:sldMkLst>
      </pc:sldChg>
      <pc:sldChg chg="del">
        <pc:chgData name="Mauro Acuña González" userId="1a236117-165d-4393-ba95-6911ee8f5f7c" providerId="ADAL" clId="{4C71C2F5-F045-4E5D-A95A-8B231507B12F}" dt="2023-03-13T16:29:53.605" v="188" actId="47"/>
        <pc:sldMkLst>
          <pc:docMk/>
          <pc:sldMk cId="2386552550" sldId="390"/>
        </pc:sldMkLst>
      </pc:sldChg>
      <pc:sldChg chg="modSp mod">
        <pc:chgData name="Mauro Acuña González" userId="1a236117-165d-4393-ba95-6911ee8f5f7c" providerId="ADAL" clId="{4C71C2F5-F045-4E5D-A95A-8B231507B12F}" dt="2023-03-13T19:11:43.310" v="4038" actId="1076"/>
        <pc:sldMkLst>
          <pc:docMk/>
          <pc:sldMk cId="2777669142" sldId="391"/>
        </pc:sldMkLst>
        <pc:spChg chg="mod">
          <ac:chgData name="Mauro Acuña González" userId="1a236117-165d-4393-ba95-6911ee8f5f7c" providerId="ADAL" clId="{4C71C2F5-F045-4E5D-A95A-8B231507B12F}" dt="2023-03-13T19:11:22.025" v="4035" actId="20577"/>
          <ac:spMkLst>
            <pc:docMk/>
            <pc:sldMk cId="2777669142" sldId="391"/>
            <ac:spMk id="2" creationId="{F4992702-D5C6-9C56-D799-8BFEF4834883}"/>
          </ac:spMkLst>
        </pc:spChg>
        <pc:spChg chg="mod">
          <ac:chgData name="Mauro Acuña González" userId="1a236117-165d-4393-ba95-6911ee8f5f7c" providerId="ADAL" clId="{4C71C2F5-F045-4E5D-A95A-8B231507B12F}" dt="2023-03-13T19:01:44.964" v="3702" actId="20577"/>
          <ac:spMkLst>
            <pc:docMk/>
            <pc:sldMk cId="2777669142" sldId="391"/>
            <ac:spMk id="3" creationId="{02AB69C1-1F78-4F19-8B63-8E7E68257AD1}"/>
          </ac:spMkLst>
        </pc:spChg>
        <pc:spChg chg="mod">
          <ac:chgData name="Mauro Acuña González" userId="1a236117-165d-4393-ba95-6911ee8f5f7c" providerId="ADAL" clId="{4C71C2F5-F045-4E5D-A95A-8B231507B12F}" dt="2023-03-13T19:11:39.004" v="4037" actId="1076"/>
          <ac:spMkLst>
            <pc:docMk/>
            <pc:sldMk cId="2777669142" sldId="391"/>
            <ac:spMk id="7" creationId="{9A426445-E37F-DAE6-F510-7FAD0F5B3397}"/>
          </ac:spMkLst>
        </pc:spChg>
        <pc:spChg chg="mod">
          <ac:chgData name="Mauro Acuña González" userId="1a236117-165d-4393-ba95-6911ee8f5f7c" providerId="ADAL" clId="{4C71C2F5-F045-4E5D-A95A-8B231507B12F}" dt="2023-03-13T19:11:43.310" v="4038" actId="1076"/>
          <ac:spMkLst>
            <pc:docMk/>
            <pc:sldMk cId="2777669142" sldId="391"/>
            <ac:spMk id="8" creationId="{616C0CC6-2163-8230-FBA1-EE05CC26B506}"/>
          </ac:spMkLst>
        </pc:spChg>
        <pc:spChg chg="mod">
          <ac:chgData name="Mauro Acuña González" userId="1a236117-165d-4393-ba95-6911ee8f5f7c" providerId="ADAL" clId="{4C71C2F5-F045-4E5D-A95A-8B231507B12F}" dt="2023-03-13T19:11:34.938" v="4036" actId="1076"/>
          <ac:spMkLst>
            <pc:docMk/>
            <pc:sldMk cId="2777669142" sldId="391"/>
            <ac:spMk id="9" creationId="{7C8F099A-F2BD-0E50-3B83-5835C26C5C0D}"/>
          </ac:spMkLst>
        </pc:spChg>
      </pc:sldChg>
      <pc:sldChg chg="modSp new mod ord">
        <pc:chgData name="Mauro Acuña González" userId="1a236117-165d-4393-ba95-6911ee8f5f7c" providerId="ADAL" clId="{4C71C2F5-F045-4E5D-A95A-8B231507B12F}" dt="2023-03-14T08:29:50.605" v="4686" actId="114"/>
        <pc:sldMkLst>
          <pc:docMk/>
          <pc:sldMk cId="1903501142" sldId="392"/>
        </pc:sldMkLst>
        <pc:spChg chg="mod">
          <ac:chgData name="Mauro Acuña González" userId="1a236117-165d-4393-ba95-6911ee8f5f7c" providerId="ADAL" clId="{4C71C2F5-F045-4E5D-A95A-8B231507B12F}" dt="2023-03-14T08:29:50.605" v="4686" actId="114"/>
          <ac:spMkLst>
            <pc:docMk/>
            <pc:sldMk cId="1903501142" sldId="392"/>
            <ac:spMk id="2" creationId="{12D15E0D-3FB7-81B8-DDB3-05D157363D01}"/>
          </ac:spMkLst>
        </pc:spChg>
        <pc:spChg chg="mod">
          <ac:chgData name="Mauro Acuña González" userId="1a236117-165d-4393-ba95-6911ee8f5f7c" providerId="ADAL" clId="{4C71C2F5-F045-4E5D-A95A-8B231507B12F}" dt="2023-03-13T17:53:38.849" v="2022" actId="20577"/>
          <ac:spMkLst>
            <pc:docMk/>
            <pc:sldMk cId="1903501142" sldId="392"/>
            <ac:spMk id="3" creationId="{184276A4-3BBA-5ED0-0952-1B81CFAA1AC4}"/>
          </ac:spMkLst>
        </pc:spChg>
      </pc:sldChg>
      <pc:sldChg chg="del">
        <pc:chgData name="Mauro Acuña González" userId="1a236117-165d-4393-ba95-6911ee8f5f7c" providerId="ADAL" clId="{4C71C2F5-F045-4E5D-A95A-8B231507B12F}" dt="2023-03-13T16:29:51.814" v="185" actId="47"/>
        <pc:sldMkLst>
          <pc:docMk/>
          <pc:sldMk cId="3191989373" sldId="392"/>
        </pc:sldMkLst>
      </pc:sldChg>
      <pc:sldChg chg="modSp new mod">
        <pc:chgData name="Mauro Acuña González" userId="1a236117-165d-4393-ba95-6911ee8f5f7c" providerId="ADAL" clId="{4C71C2F5-F045-4E5D-A95A-8B231507B12F}" dt="2023-03-14T08:26:06.314" v="4663" actId="20577"/>
        <pc:sldMkLst>
          <pc:docMk/>
          <pc:sldMk cId="565869561" sldId="393"/>
        </pc:sldMkLst>
        <pc:spChg chg="mod">
          <ac:chgData name="Mauro Acuña González" userId="1a236117-165d-4393-ba95-6911ee8f5f7c" providerId="ADAL" clId="{4C71C2F5-F045-4E5D-A95A-8B231507B12F}" dt="2023-03-14T08:26:06.314" v="4663" actId="20577"/>
          <ac:spMkLst>
            <pc:docMk/>
            <pc:sldMk cId="565869561" sldId="393"/>
            <ac:spMk id="2" creationId="{5F584106-73DD-51A2-C03B-880BF347B12F}"/>
          </ac:spMkLst>
        </pc:spChg>
        <pc:spChg chg="mod">
          <ac:chgData name="Mauro Acuña González" userId="1a236117-165d-4393-ba95-6911ee8f5f7c" providerId="ADAL" clId="{4C71C2F5-F045-4E5D-A95A-8B231507B12F}" dt="2023-03-13T17:47:43.885" v="1432"/>
          <ac:spMkLst>
            <pc:docMk/>
            <pc:sldMk cId="565869561" sldId="393"/>
            <ac:spMk id="3" creationId="{94C865CE-6293-8B63-3996-48D9364F63F0}"/>
          </ac:spMkLst>
        </pc:spChg>
      </pc:sldChg>
      <pc:sldChg chg="new del">
        <pc:chgData name="Mauro Acuña González" userId="1a236117-165d-4393-ba95-6911ee8f5f7c" providerId="ADAL" clId="{4C71C2F5-F045-4E5D-A95A-8B231507B12F}" dt="2023-03-13T18:17:04.123" v="3219" actId="2696"/>
        <pc:sldMkLst>
          <pc:docMk/>
          <pc:sldMk cId="1271426154" sldId="394"/>
        </pc:sldMkLst>
      </pc:sldChg>
      <pc:sldChg chg="addSp delSp modSp add mod">
        <pc:chgData name="Mauro Acuña González" userId="1a236117-165d-4393-ba95-6911ee8f5f7c" providerId="ADAL" clId="{4C71C2F5-F045-4E5D-A95A-8B231507B12F}" dt="2023-03-13T19:01:37.968" v="3700" actId="20577"/>
        <pc:sldMkLst>
          <pc:docMk/>
          <pc:sldMk cId="1090852828" sldId="395"/>
        </pc:sldMkLst>
        <pc:spChg chg="mod">
          <ac:chgData name="Mauro Acuña González" userId="1a236117-165d-4393-ba95-6911ee8f5f7c" providerId="ADAL" clId="{4C71C2F5-F045-4E5D-A95A-8B231507B12F}" dt="2023-03-13T18:18:20.311" v="3316" actId="20577"/>
          <ac:spMkLst>
            <pc:docMk/>
            <pc:sldMk cId="1090852828" sldId="395"/>
            <ac:spMk id="2" creationId="{00000000-0000-0000-0000-000000000000}"/>
          </ac:spMkLst>
        </pc:spChg>
        <pc:spChg chg="mod">
          <ac:chgData name="Mauro Acuña González" userId="1a236117-165d-4393-ba95-6911ee8f5f7c" providerId="ADAL" clId="{4C71C2F5-F045-4E5D-A95A-8B231507B12F}" dt="2023-03-13T19:01:37.968" v="3700" actId="20577"/>
          <ac:spMkLst>
            <pc:docMk/>
            <pc:sldMk cId="1090852828" sldId="395"/>
            <ac:spMk id="3" creationId="{00000000-0000-0000-0000-000000000000}"/>
          </ac:spMkLst>
        </pc:spChg>
        <pc:spChg chg="add mod">
          <ac:chgData name="Mauro Acuña González" userId="1a236117-165d-4393-ba95-6911ee8f5f7c" providerId="ADAL" clId="{4C71C2F5-F045-4E5D-A95A-8B231507B12F}" dt="2023-03-13T18:58:09.103" v="3610" actId="20577"/>
          <ac:spMkLst>
            <pc:docMk/>
            <pc:sldMk cId="1090852828" sldId="395"/>
            <ac:spMk id="6" creationId="{A6E3D77C-FD6C-72EE-B885-E2C9DF5813DC}"/>
          </ac:spMkLst>
        </pc:spChg>
        <pc:spChg chg="add del mod">
          <ac:chgData name="Mauro Acuña González" userId="1a236117-165d-4393-ba95-6911ee8f5f7c" providerId="ADAL" clId="{4C71C2F5-F045-4E5D-A95A-8B231507B12F}" dt="2023-03-13T18:47:00.114" v="3413" actId="478"/>
          <ac:spMkLst>
            <pc:docMk/>
            <pc:sldMk cId="1090852828" sldId="395"/>
            <ac:spMk id="8" creationId="{C896C6B1-CAF4-3246-21A5-9BC24F39F420}"/>
          </ac:spMkLst>
        </pc:spChg>
        <pc:picChg chg="add mod">
          <ac:chgData name="Mauro Acuña González" userId="1a236117-165d-4393-ba95-6911ee8f5f7c" providerId="ADAL" clId="{4C71C2F5-F045-4E5D-A95A-8B231507B12F}" dt="2023-03-13T18:18:44.813" v="3319" actId="1076"/>
          <ac:picMkLst>
            <pc:docMk/>
            <pc:sldMk cId="1090852828" sldId="395"/>
            <ac:picMk id="5" creationId="{EE94D353-A9C1-9B3C-F221-5D8F573B180E}"/>
          </ac:picMkLst>
        </pc:picChg>
      </pc:sldChg>
      <pc:sldChg chg="modSp add mod">
        <pc:chgData name="Mauro Acuña González" userId="1a236117-165d-4393-ba95-6911ee8f5f7c" providerId="ADAL" clId="{4C71C2F5-F045-4E5D-A95A-8B231507B12F}" dt="2023-03-13T19:02:37.195" v="3720" actId="20577"/>
        <pc:sldMkLst>
          <pc:docMk/>
          <pc:sldMk cId="3081688123" sldId="396"/>
        </pc:sldMkLst>
        <pc:spChg chg="mod">
          <ac:chgData name="Mauro Acuña González" userId="1a236117-165d-4393-ba95-6911ee8f5f7c" providerId="ADAL" clId="{4C71C2F5-F045-4E5D-A95A-8B231507B12F}" dt="2023-03-13T19:02:37.195" v="3720" actId="20577"/>
          <ac:spMkLst>
            <pc:docMk/>
            <pc:sldMk cId="3081688123" sldId="396"/>
            <ac:spMk id="2" creationId="{00000000-0000-0000-0000-000000000000}"/>
          </ac:spMkLst>
        </pc:spChg>
        <pc:spChg chg="mod">
          <ac:chgData name="Mauro Acuña González" userId="1a236117-165d-4393-ba95-6911ee8f5f7c" providerId="ADAL" clId="{4C71C2F5-F045-4E5D-A95A-8B231507B12F}" dt="2023-03-13T18:50:19.053" v="3569" actId="20577"/>
          <ac:spMkLst>
            <pc:docMk/>
            <pc:sldMk cId="3081688123" sldId="396"/>
            <ac:spMk id="3" creationId="{00000000-0000-0000-0000-000000000000}"/>
          </ac:spMkLst>
        </pc:spChg>
      </pc:sldChg>
      <pc:sldChg chg="add del">
        <pc:chgData name="Mauro Acuña González" userId="1a236117-165d-4393-ba95-6911ee8f5f7c" providerId="ADAL" clId="{4C71C2F5-F045-4E5D-A95A-8B231507B12F}" dt="2023-03-13T19:00:14.650" v="3655"/>
        <pc:sldMkLst>
          <pc:docMk/>
          <pc:sldMk cId="1431294887" sldId="397"/>
        </pc:sldMkLst>
      </pc:sldChg>
      <pc:sldChg chg="modSp add mod">
        <pc:chgData name="Mauro Acuña González" userId="1a236117-165d-4393-ba95-6911ee8f5f7c" providerId="ADAL" clId="{4C71C2F5-F045-4E5D-A95A-8B231507B12F}" dt="2023-03-13T19:20:10.323" v="4423" actId="20577"/>
        <pc:sldMkLst>
          <pc:docMk/>
          <pc:sldMk cId="2747012422" sldId="397"/>
        </pc:sldMkLst>
        <pc:spChg chg="mod">
          <ac:chgData name="Mauro Acuña González" userId="1a236117-165d-4393-ba95-6911ee8f5f7c" providerId="ADAL" clId="{4C71C2F5-F045-4E5D-A95A-8B231507B12F}" dt="2023-03-13T19:20:10.323" v="4423" actId="20577"/>
          <ac:spMkLst>
            <pc:docMk/>
            <pc:sldMk cId="2747012422" sldId="397"/>
            <ac:spMk id="2" creationId="{00000000-0000-0000-0000-000000000000}"/>
          </ac:spMkLst>
        </pc:spChg>
        <pc:spChg chg="mod">
          <ac:chgData name="Mauro Acuña González" userId="1a236117-165d-4393-ba95-6911ee8f5f7c" providerId="ADAL" clId="{4C71C2F5-F045-4E5D-A95A-8B231507B12F}" dt="2023-03-13T19:05:27.160" v="3755" actId="20577"/>
          <ac:spMkLst>
            <pc:docMk/>
            <pc:sldMk cId="2747012422" sldId="397"/>
            <ac:spMk id="3" creationId="{00000000-0000-0000-0000-000000000000}"/>
          </ac:spMkLst>
        </pc:spChg>
      </pc:sldChg>
      <pc:sldChg chg="modSp new mod">
        <pc:chgData name="Mauro Acuña González" userId="1a236117-165d-4393-ba95-6911ee8f5f7c" providerId="ADAL" clId="{4C71C2F5-F045-4E5D-A95A-8B231507B12F}" dt="2023-03-14T08:33:41.999" v="4728" actId="255"/>
        <pc:sldMkLst>
          <pc:docMk/>
          <pc:sldMk cId="2467787254" sldId="398"/>
        </pc:sldMkLst>
        <pc:spChg chg="mod">
          <ac:chgData name="Mauro Acuña González" userId="1a236117-165d-4393-ba95-6911ee8f5f7c" providerId="ADAL" clId="{4C71C2F5-F045-4E5D-A95A-8B231507B12F}" dt="2023-03-14T08:33:41.999" v="4728" actId="255"/>
          <ac:spMkLst>
            <pc:docMk/>
            <pc:sldMk cId="2467787254" sldId="398"/>
            <ac:spMk id="2" creationId="{95A55151-C605-3548-A938-EBF08A1D53C4}"/>
          </ac:spMkLst>
        </pc:spChg>
        <pc:spChg chg="mod">
          <ac:chgData name="Mauro Acuña González" userId="1a236117-165d-4393-ba95-6911ee8f5f7c" providerId="ADAL" clId="{4C71C2F5-F045-4E5D-A95A-8B231507B12F}" dt="2023-03-14T08:16:54.069" v="4520" actId="20577"/>
          <ac:spMkLst>
            <pc:docMk/>
            <pc:sldMk cId="2467787254" sldId="398"/>
            <ac:spMk id="3" creationId="{17A1B67C-300C-522F-67CF-36E5E486C8B2}"/>
          </ac:spMkLst>
        </pc:spChg>
      </pc:sldChg>
    </pc:docChg>
  </pc:docChgLst>
  <pc:docChgLst>
    <pc:chgData name="Acuña González, Mauro" userId="1a236117-165d-4393-ba95-6911ee8f5f7c" providerId="ADAL" clId="{4C71C2F5-F045-4E5D-A95A-8B231507B12F}"/>
    <pc:docChg chg="custSel modSld">
      <pc:chgData name="Acuña González, Mauro" userId="1a236117-165d-4393-ba95-6911ee8f5f7c" providerId="ADAL" clId="{4C71C2F5-F045-4E5D-A95A-8B231507B12F}" dt="2023-03-14T14:49:24.181" v="37" actId="1076"/>
      <pc:docMkLst>
        <pc:docMk/>
      </pc:docMkLst>
      <pc:sldChg chg="addSp delSp modSp mod">
        <pc:chgData name="Acuña González, Mauro" userId="1a236117-165d-4393-ba95-6911ee8f5f7c" providerId="ADAL" clId="{4C71C2F5-F045-4E5D-A95A-8B231507B12F}" dt="2023-03-14T14:48:51.415" v="31" actId="1076"/>
        <pc:sldMkLst>
          <pc:docMk/>
          <pc:sldMk cId="1903501142" sldId="392"/>
        </pc:sldMkLst>
        <pc:spChg chg="mod">
          <ac:chgData name="Acuña González, Mauro" userId="1a236117-165d-4393-ba95-6911ee8f5f7c" providerId="ADAL" clId="{4C71C2F5-F045-4E5D-A95A-8B231507B12F}" dt="2023-03-14T14:42:50.740" v="4"/>
          <ac:spMkLst>
            <pc:docMk/>
            <pc:sldMk cId="1903501142" sldId="392"/>
            <ac:spMk id="2" creationId="{12D15E0D-3FB7-81B8-DDB3-05D157363D01}"/>
          </ac:spMkLst>
        </pc:spChg>
        <pc:picChg chg="add del mod">
          <ac:chgData name="Acuña González, Mauro" userId="1a236117-165d-4393-ba95-6911ee8f5f7c" providerId="ADAL" clId="{4C71C2F5-F045-4E5D-A95A-8B231507B12F}" dt="2023-03-14T14:47:26.265" v="14" actId="478"/>
          <ac:picMkLst>
            <pc:docMk/>
            <pc:sldMk cId="1903501142" sldId="392"/>
            <ac:picMk id="5" creationId="{2E44FF95-EB6C-16B0-1278-2CA211D364A7}"/>
          </ac:picMkLst>
        </pc:picChg>
        <pc:picChg chg="add del mod">
          <ac:chgData name="Acuña González, Mauro" userId="1a236117-165d-4393-ba95-6911ee8f5f7c" providerId="ADAL" clId="{4C71C2F5-F045-4E5D-A95A-8B231507B12F}" dt="2023-03-14T14:48:29.703" v="25" actId="478"/>
          <ac:picMkLst>
            <pc:docMk/>
            <pc:sldMk cId="1903501142" sldId="392"/>
            <ac:picMk id="7" creationId="{B67C765C-90FE-BD71-EB9E-681CED86A44C}"/>
          </ac:picMkLst>
        </pc:picChg>
        <pc:picChg chg="add mod">
          <ac:chgData name="Acuña González, Mauro" userId="1a236117-165d-4393-ba95-6911ee8f5f7c" providerId="ADAL" clId="{4C71C2F5-F045-4E5D-A95A-8B231507B12F}" dt="2023-03-14T14:48:51.415" v="31" actId="1076"/>
          <ac:picMkLst>
            <pc:docMk/>
            <pc:sldMk cId="1903501142" sldId="392"/>
            <ac:picMk id="9" creationId="{7E2A3669-82BC-B33A-FE2D-90B5ECFC2146}"/>
          </ac:picMkLst>
        </pc:picChg>
      </pc:sldChg>
      <pc:sldChg chg="addSp modSp mod">
        <pc:chgData name="Acuña González, Mauro" userId="1a236117-165d-4393-ba95-6911ee8f5f7c" providerId="ADAL" clId="{4C71C2F5-F045-4E5D-A95A-8B231507B12F}" dt="2023-03-14T14:48:14.358" v="23" actId="1076"/>
        <pc:sldMkLst>
          <pc:docMk/>
          <pc:sldMk cId="565869561" sldId="393"/>
        </pc:sldMkLst>
        <pc:picChg chg="add mod">
          <ac:chgData name="Acuña González, Mauro" userId="1a236117-165d-4393-ba95-6911ee8f5f7c" providerId="ADAL" clId="{4C71C2F5-F045-4E5D-A95A-8B231507B12F}" dt="2023-03-14T14:48:14.358" v="23" actId="1076"/>
          <ac:picMkLst>
            <pc:docMk/>
            <pc:sldMk cId="565869561" sldId="393"/>
            <ac:picMk id="5" creationId="{50204C65-7C5C-2A0A-63C0-DC6BFA5C73A8}"/>
          </ac:picMkLst>
        </pc:picChg>
      </pc:sldChg>
      <pc:sldChg chg="addSp delSp modSp mod">
        <pc:chgData name="Acuña González, Mauro" userId="1a236117-165d-4393-ba95-6911ee8f5f7c" providerId="ADAL" clId="{4C71C2F5-F045-4E5D-A95A-8B231507B12F}" dt="2023-03-14T14:49:24.181" v="37" actId="1076"/>
        <pc:sldMkLst>
          <pc:docMk/>
          <pc:sldMk cId="2747012422" sldId="397"/>
        </pc:sldMkLst>
        <pc:spChg chg="mod">
          <ac:chgData name="Acuña González, Mauro" userId="1a236117-165d-4393-ba95-6911ee8f5f7c" providerId="ADAL" clId="{4C71C2F5-F045-4E5D-A95A-8B231507B12F}" dt="2023-03-14T14:44:48.262" v="5" actId="6549"/>
          <ac:spMkLst>
            <pc:docMk/>
            <pc:sldMk cId="2747012422" sldId="397"/>
            <ac:spMk id="2" creationId="{00000000-0000-0000-0000-000000000000}"/>
          </ac:spMkLst>
        </pc:spChg>
        <pc:picChg chg="add del mod">
          <ac:chgData name="Acuña González, Mauro" userId="1a236117-165d-4393-ba95-6911ee8f5f7c" providerId="ADAL" clId="{4C71C2F5-F045-4E5D-A95A-8B231507B12F}" dt="2023-03-14T14:49:03.599" v="32" actId="478"/>
          <ac:picMkLst>
            <pc:docMk/>
            <pc:sldMk cId="2747012422" sldId="397"/>
            <ac:picMk id="5" creationId="{7B7A5478-C312-79DC-C243-C48E71622373}"/>
          </ac:picMkLst>
        </pc:picChg>
        <pc:picChg chg="add mod">
          <ac:chgData name="Acuña González, Mauro" userId="1a236117-165d-4393-ba95-6911ee8f5f7c" providerId="ADAL" clId="{4C71C2F5-F045-4E5D-A95A-8B231507B12F}" dt="2023-03-14T14:49:24.181" v="37" actId="1076"/>
          <ac:picMkLst>
            <pc:docMk/>
            <pc:sldMk cId="2747012422" sldId="397"/>
            <ac:picMk id="7" creationId="{9832E037-98E6-FA12-50E5-69D2780DA085}"/>
          </ac:picMkLst>
        </pc:picChg>
      </pc:sldChg>
    </pc:docChg>
  </pc:docChgLst>
  <pc:docChgLst>
    <pc:chgData name="Acuña González, Mauro" userId="1a236117-165d-4393-ba95-6911ee8f5f7c" providerId="ADAL" clId="{63D5DB1E-8ABB-4CA6-AF44-5A7D78CF7AF7}"/>
    <pc:docChg chg="modSld">
      <pc:chgData name="Acuña González, Mauro" userId="1a236117-165d-4393-ba95-6911ee8f5f7c" providerId="ADAL" clId="{63D5DB1E-8ABB-4CA6-AF44-5A7D78CF7AF7}" dt="2023-04-12T08:30:16.888" v="1" actId="20577"/>
      <pc:docMkLst>
        <pc:docMk/>
      </pc:docMkLst>
      <pc:sldChg chg="modSp mod">
        <pc:chgData name="Acuña González, Mauro" userId="1a236117-165d-4393-ba95-6911ee8f5f7c" providerId="ADAL" clId="{63D5DB1E-8ABB-4CA6-AF44-5A7D78CF7AF7}" dt="2023-04-12T08:30:16.888" v="1" actId="20577"/>
        <pc:sldMkLst>
          <pc:docMk/>
          <pc:sldMk cId="2747012422" sldId="397"/>
        </pc:sldMkLst>
        <pc:spChg chg="mod">
          <ac:chgData name="Acuña González, Mauro" userId="1a236117-165d-4393-ba95-6911ee8f5f7c" providerId="ADAL" clId="{63D5DB1E-8ABB-4CA6-AF44-5A7D78CF7AF7}" dt="2023-04-12T08:30:16.888" v="1" actId="20577"/>
          <ac:spMkLst>
            <pc:docMk/>
            <pc:sldMk cId="2747012422" sldId="397"/>
            <ac:spMk id="2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6DCCF5-9C0E-4105-9B37-861FEC4C4526}" type="datetimeFigureOut">
              <a:rPr lang="nl-NL" smtClean="0"/>
              <a:t>7-1-2025</a:t>
            </a:fld>
            <a:endParaRPr lang="nl-NL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CBEF14-8B69-4482-8F69-3ACB992A5025}" type="slidenum">
              <a:rPr lang="nl-NL" smtClean="0"/>
              <a:t>‹Nº›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465306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4C8498-49EC-4DF6-9A73-7D640D8FE4B8}" type="datetimeFigureOut">
              <a:rPr lang="nl-NL" smtClean="0"/>
              <a:t>7-1-2025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3A95D0-5949-41AA-97D2-28070C3C284E}" type="slidenum">
              <a:rPr lang="nl-NL" smtClean="0"/>
              <a:t>‹Nº›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9199042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3A95D0-5949-41AA-97D2-28070C3C284E}" type="slidenum">
              <a:rPr lang="nl-NL" smtClean="0"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851119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5944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ekop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1"/>
          <p:cNvSpPr>
            <a:spLocks noGrp="1"/>
          </p:cNvSpPr>
          <p:nvPr>
            <p:ph type="ctrTitle"/>
          </p:nvPr>
        </p:nvSpPr>
        <p:spPr>
          <a:xfrm>
            <a:off x="457200" y="1415414"/>
            <a:ext cx="7772400" cy="159305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6000" b="0" baseline="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Titelstijl van model bewerken</a:t>
            </a:r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3216288"/>
            <a:ext cx="3507014" cy="865261"/>
          </a:xfrm>
        </p:spPr>
        <p:txBody>
          <a:bodyPr/>
          <a:lstStyle>
            <a:lvl1pPr marL="0" indent="0">
              <a:buNone/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nl-NL" dirty="0"/>
              <a:t>Spreker</a:t>
            </a:r>
          </a:p>
          <a:p>
            <a:pPr lvl="0"/>
            <a:r>
              <a:rPr lang="nl-NL" dirty="0"/>
              <a:t>28 oktober 2013</a:t>
            </a:r>
          </a:p>
        </p:txBody>
      </p:sp>
    </p:spTree>
    <p:extLst>
      <p:ext uri="{BB962C8B-B14F-4D97-AF65-F5344CB8AC3E}">
        <p14:creationId xmlns:p14="http://schemas.microsoft.com/office/powerpoint/2010/main" val="4188552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el 2"/>
          <p:cNvSpPr>
            <a:spLocks noGrp="1"/>
          </p:cNvSpPr>
          <p:nvPr>
            <p:ph type="subTitle" idx="1" hasCustomPrompt="1"/>
          </p:nvPr>
        </p:nvSpPr>
        <p:spPr>
          <a:xfrm>
            <a:off x="457203" y="1018902"/>
            <a:ext cx="8187871" cy="3076847"/>
          </a:xfrm>
        </p:spPr>
        <p:txBody>
          <a:bodyPr>
            <a:noAutofit/>
          </a:bodyPr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 dirty="0"/>
              <a:t>Klik om de tekst-stijl te bewerken.</a:t>
            </a:r>
          </a:p>
          <a:p>
            <a:endParaRPr lang="nl-NL" dirty="0"/>
          </a:p>
        </p:txBody>
      </p:sp>
      <p:sp>
        <p:nvSpPr>
          <p:cNvPr id="16" name="Titel 15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669232"/>
          </a:xfrm>
          <a:prstGeom prst="rect">
            <a:avLst/>
          </a:prstGeom>
        </p:spPr>
        <p:txBody>
          <a:bodyPr vert="horz">
            <a:noAutofit/>
          </a:bodyPr>
          <a:lstStyle>
            <a:lvl1pPr>
              <a:defRPr sz="2800"/>
            </a:lvl1pPr>
          </a:lstStyle>
          <a:p>
            <a:r>
              <a:rPr lang="nl-NL"/>
              <a:t>Titelstijl van model bewerken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82618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el 2"/>
          <p:cNvSpPr>
            <a:spLocks noGrp="1"/>
          </p:cNvSpPr>
          <p:nvPr>
            <p:ph type="subTitle" idx="1" hasCustomPrompt="1"/>
          </p:nvPr>
        </p:nvSpPr>
        <p:spPr>
          <a:xfrm>
            <a:off x="457203" y="1243341"/>
            <a:ext cx="8187871" cy="2774304"/>
          </a:xfrm>
        </p:spPr>
        <p:txBody>
          <a:bodyPr>
            <a:noAutofit/>
          </a:bodyPr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 dirty="0"/>
              <a:t>Klik om de tekst-stijl te bewerken.</a:t>
            </a:r>
          </a:p>
          <a:p>
            <a:endParaRPr lang="nl-NL" dirty="0"/>
          </a:p>
        </p:txBody>
      </p:sp>
      <p:sp>
        <p:nvSpPr>
          <p:cNvPr id="7" name="Titel 15"/>
          <p:cNvSpPr>
            <a:spLocks noGrp="1"/>
          </p:cNvSpPr>
          <p:nvPr>
            <p:ph type="title"/>
          </p:nvPr>
        </p:nvSpPr>
        <p:spPr>
          <a:xfrm>
            <a:off x="457200" y="272481"/>
            <a:ext cx="8229600" cy="508397"/>
          </a:xfrm>
          <a:prstGeom prst="rect">
            <a:avLst/>
          </a:prstGeom>
        </p:spPr>
        <p:txBody>
          <a:bodyPr vert="horz">
            <a:no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Titelstijl van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3030484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ee 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457200" y="1022974"/>
            <a:ext cx="4038600" cy="324259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648200" y="1027045"/>
            <a:ext cx="4038600" cy="324259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17" name="Titel 15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662701"/>
          </a:xfrm>
          <a:prstGeom prst="rect">
            <a:avLst/>
          </a:prstGeom>
        </p:spPr>
        <p:txBody>
          <a:bodyPr vert="horz">
            <a:noAutofit/>
          </a:bodyPr>
          <a:lstStyle>
            <a:lvl1pPr>
              <a:defRPr sz="2800"/>
            </a:lvl1pPr>
          </a:lstStyle>
          <a:p>
            <a:r>
              <a:rPr lang="nl-NL"/>
              <a:t>Titelstijl van model bewerken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559852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bla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5"/>
          <p:cNvSpPr>
            <a:spLocks noGrp="1"/>
          </p:cNvSpPr>
          <p:nvPr>
            <p:ph type="title"/>
          </p:nvPr>
        </p:nvSpPr>
        <p:spPr>
          <a:xfrm>
            <a:off x="2228850" y="3855786"/>
            <a:ext cx="8229600" cy="508397"/>
          </a:xfrm>
          <a:prstGeom prst="rect">
            <a:avLst/>
          </a:prstGeom>
        </p:spPr>
        <p:txBody>
          <a:bodyPr vert="horz">
            <a:noAutofit/>
          </a:bodyPr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Titelstijl van model bewerken</a:t>
            </a:r>
          </a:p>
        </p:txBody>
      </p:sp>
      <p:sp>
        <p:nvSpPr>
          <p:cNvPr id="3" name="Titel 1"/>
          <p:cNvSpPr txBox="1">
            <a:spLocks/>
          </p:cNvSpPr>
          <p:nvPr userDrawn="1"/>
        </p:nvSpPr>
        <p:spPr>
          <a:xfrm>
            <a:off x="1880235" y="2516928"/>
            <a:ext cx="7772400" cy="114638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6000" b="0" kern="1200" baseline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nl-NL" sz="3600" dirty="0"/>
              <a:t>Titelstijl van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1277860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elijk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57200" y="1045029"/>
            <a:ext cx="4040188" cy="356265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4645028" y="1045029"/>
            <a:ext cx="4041775" cy="356265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17" name="Titel 15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669232"/>
          </a:xfrm>
          <a:prstGeom prst="rect">
            <a:avLst/>
          </a:prstGeom>
        </p:spPr>
        <p:txBody>
          <a:bodyPr vert="horz">
            <a:noAutofit/>
          </a:bodyPr>
          <a:lstStyle>
            <a:lvl1pPr>
              <a:defRPr sz="2800"/>
            </a:lvl1pPr>
          </a:lstStyle>
          <a:p>
            <a:r>
              <a:rPr lang="nl-NL"/>
              <a:t>Titelstijl van model bewerken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77409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tite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5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662701"/>
          </a:xfrm>
          <a:prstGeom prst="rect">
            <a:avLst/>
          </a:prstGeom>
        </p:spPr>
        <p:txBody>
          <a:bodyPr vert="horz">
            <a:noAutofit/>
          </a:bodyPr>
          <a:lstStyle>
            <a:lvl1pPr>
              <a:defRPr sz="2800"/>
            </a:lvl1pPr>
          </a:lstStyle>
          <a:p>
            <a:r>
              <a:rPr lang="nl-NL"/>
              <a:t>Titelstijl van model bewerken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872539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5"/>
          <p:cNvSpPr>
            <a:spLocks noGrp="1"/>
          </p:cNvSpPr>
          <p:nvPr>
            <p:ph type="title"/>
          </p:nvPr>
        </p:nvSpPr>
        <p:spPr>
          <a:xfrm>
            <a:off x="457200" y="2042499"/>
            <a:ext cx="8229600" cy="635387"/>
          </a:xfrm>
          <a:prstGeom prst="rect">
            <a:avLst/>
          </a:prstGeom>
        </p:spPr>
        <p:txBody>
          <a:bodyPr vert="horz">
            <a:no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Titelstijl van model bewerken</a:t>
            </a:r>
          </a:p>
        </p:txBody>
      </p:sp>
      <p:sp>
        <p:nvSpPr>
          <p:cNvPr id="4" name="Titel 15"/>
          <p:cNvSpPr txBox="1">
            <a:spLocks/>
          </p:cNvSpPr>
          <p:nvPr userDrawn="1"/>
        </p:nvSpPr>
        <p:spPr>
          <a:xfrm>
            <a:off x="457200" y="2747893"/>
            <a:ext cx="8229600" cy="1364436"/>
          </a:xfrm>
          <a:prstGeom prst="rect">
            <a:avLst/>
          </a:prstGeom>
        </p:spPr>
        <p:txBody>
          <a:bodyPr vert="horz" lIns="91440" tIns="45720" rIns="91440" bIns="45720" numCol="2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nl-NL" sz="1400" dirty="0"/>
              <a:t>Titelstijl van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3319833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3575050" y="1076327"/>
            <a:ext cx="5111750" cy="297860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2978602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4" name="Titel 15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508397"/>
          </a:xfrm>
          <a:prstGeom prst="rect">
            <a:avLst/>
          </a:prstGeom>
        </p:spPr>
        <p:txBody>
          <a:bodyPr vert="horz">
            <a:noAutofit/>
          </a:bodyPr>
          <a:lstStyle>
            <a:lvl1pPr>
              <a:defRPr sz="2800"/>
            </a:lvl1pPr>
          </a:lstStyle>
          <a:p>
            <a:r>
              <a:rPr lang="nl-NL"/>
              <a:t>Titelstijl van model bewerken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379418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nl-NL"/>
              <a:t>Titelstijl van model bewerken</a:t>
            </a:r>
            <a:endParaRPr lang="nl-NL" dirty="0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Sleep de afbeelding naar de tijdelijke aanduiding of klik op het pictogram als u een afbeelding wilt toevoegen</a:t>
            </a:r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28012798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5041557" y="205980"/>
            <a:ext cx="2057400" cy="3930593"/>
          </a:xfrm>
          <a:prstGeom prst="rect">
            <a:avLst/>
          </a:prstGeo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nl-NL"/>
              <a:t>Titelstijl van model bewerken</a:t>
            </a:r>
            <a:endParaRPr lang="nl-NL" dirty="0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447314" y="205980"/>
            <a:ext cx="4594243" cy="3930593"/>
          </a:xfrm>
        </p:spPr>
        <p:txBody>
          <a:bodyPr vert="eaVert"/>
          <a:lstStyle/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462813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292281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17" name="Tijdelijke aanduiding voor titel 16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6627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 dirty="0"/>
              <a:t>Titelstijl van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423359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3" r:id="rId2"/>
    <p:sldLayoutId id="2147483661" r:id="rId3"/>
    <p:sldLayoutId id="2147483662" r:id="rId4"/>
    <p:sldLayoutId id="2147483664" r:id="rId5"/>
    <p:sldLayoutId id="2147483672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1" r:id="rId12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kern="1200">
          <a:solidFill>
            <a:schemeClr val="tx2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help.cqg.com/cqgic/21/default.htm#!Documents/kirksapproximation.htm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ctrTitle"/>
          </p:nvPr>
        </p:nvSpPr>
        <p:spPr>
          <a:xfrm>
            <a:off x="457199" y="1415414"/>
            <a:ext cx="8419171" cy="1593056"/>
          </a:xfrm>
        </p:spPr>
        <p:txBody>
          <a:bodyPr/>
          <a:lstStyle/>
          <a:p>
            <a:r>
              <a:rPr lang="en-US" sz="3500" dirty="0"/>
              <a:t>MR Factors CSS and LS</a:t>
            </a:r>
            <a:endParaRPr lang="nl-NL" sz="3500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3"/>
          </p:nvPr>
        </p:nvSpPr>
        <p:spPr>
          <a:xfrm>
            <a:off x="457198" y="3631844"/>
            <a:ext cx="2166731" cy="662838"/>
          </a:xfrm>
        </p:spPr>
        <p:txBody>
          <a:bodyPr/>
          <a:lstStyle/>
          <a:p>
            <a:r>
              <a:rPr lang="en-US" sz="1400" dirty="0"/>
              <a:t>Mauro Acuña, Risk team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478239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ndertitel 1"/>
          <p:cNvSpPr>
            <a:spLocks noGrp="1"/>
          </p:cNvSpPr>
          <p:nvPr>
            <p:ph type="subTitle" idx="1"/>
          </p:nvPr>
        </p:nvSpPr>
        <p:spPr>
          <a:xfrm>
            <a:off x="457202" y="997585"/>
            <a:ext cx="8615235" cy="3789100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Aligne bases the daily </a:t>
            </a:r>
            <a:r>
              <a:rPr lang="en-US" sz="2000" dirty="0" err="1"/>
              <a:t>MtM</a:t>
            </a:r>
            <a:r>
              <a:rPr lang="en-US" sz="2000" dirty="0"/>
              <a:t> option valuation on Kirk formula (</a:t>
            </a:r>
            <a:r>
              <a:rPr lang="en-US" sz="2000" i="1" dirty="0"/>
              <a:t>find Kirk </a:t>
            </a:r>
            <a:r>
              <a:rPr lang="en-US" sz="1800" i="1" dirty="0"/>
              <a:t>approximation in appendix 2</a:t>
            </a:r>
            <a:r>
              <a:rPr lang="en-US" sz="1800" dirty="0"/>
              <a:t>).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18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1800" dirty="0"/>
              <a:t>CSS prices are mean reverting (yield in T not independent from yield in T-1), the process is not as “explosive” as a random walk and square root of time-influence is partially offset by a reversion to the mean.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1800" baseline="-250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1800" dirty="0"/>
              <a:t>The mean reversion of the CSS is implied in the Merit Order simulations.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18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1800" dirty="0"/>
              <a:t>We account for that mean reversion adjusting the Kirk valuation of </a:t>
            </a:r>
            <a:r>
              <a:rPr lang="en-US" sz="1800" dirty="0" err="1"/>
              <a:t>Aligne</a:t>
            </a:r>
            <a:r>
              <a:rPr lang="en-US" sz="1800" dirty="0"/>
              <a:t>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/>
          </a:p>
          <a:p>
            <a:r>
              <a:rPr lang="en-US" sz="2000" dirty="0"/>
              <a:t> </a:t>
            </a:r>
            <a:br>
              <a:rPr lang="en-US" sz="2000" dirty="0"/>
            </a:br>
            <a:r>
              <a:rPr lang="en-US" sz="2000" dirty="0"/>
              <a:t> 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57200" y="205979"/>
            <a:ext cx="6625652" cy="669232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b="1" dirty="0"/>
              <a:t>CSS Mean Reversion Factors</a:t>
            </a:r>
            <a:endParaRPr lang="nl-NL" b="1" dirty="0"/>
          </a:p>
        </p:txBody>
      </p:sp>
    </p:spTree>
    <p:extLst>
      <p:ext uri="{BB962C8B-B14F-4D97-AF65-F5344CB8AC3E}">
        <p14:creationId xmlns:p14="http://schemas.microsoft.com/office/powerpoint/2010/main" val="66971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Subtítulo 1">
                <a:extLst>
                  <a:ext uri="{FF2B5EF4-FFF2-40B4-BE49-F238E27FC236}">
                    <a16:creationId xmlns:a16="http://schemas.microsoft.com/office/drawing/2014/main" id="{5F584106-73DD-51A2-C03B-880BF347B12F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498929" y="1033326"/>
                <a:ext cx="8187871" cy="3076847"/>
              </a:xfrm>
            </p:spPr>
            <p:txBody>
              <a:bodyPr/>
              <a:lstStyle/>
              <a:p>
                <a:pPr marL="457200" indent="-457200">
                  <a:buAutoNum type="arabicParenR"/>
                </a:pPr>
                <a:r>
                  <a:rPr lang="es-ES" sz="2000" dirty="0"/>
                  <a:t>We </a:t>
                </a:r>
                <a:r>
                  <a:rPr lang="es-ES" sz="2000" dirty="0" err="1"/>
                  <a:t>calculate</a:t>
                </a:r>
                <a:r>
                  <a:rPr lang="es-ES" sz="2000" dirty="0"/>
                  <a:t> </a:t>
                </a:r>
                <a:r>
                  <a:rPr lang="es-ES" sz="2000" dirty="0" err="1"/>
                  <a:t>the</a:t>
                </a:r>
                <a:r>
                  <a:rPr lang="es-ES" sz="2000" dirty="0"/>
                  <a:t> total </a:t>
                </a:r>
                <a:r>
                  <a:rPr lang="es-ES" sz="2000" dirty="0" err="1"/>
                  <a:t>value</a:t>
                </a:r>
                <a:r>
                  <a:rPr lang="es-ES" sz="2000" dirty="0"/>
                  <a:t>, </a:t>
                </a:r>
                <a:r>
                  <a:rPr lang="es-ES" sz="2000" dirty="0" err="1"/>
                  <a:t>intrinsic</a:t>
                </a:r>
                <a:r>
                  <a:rPr lang="es-ES" sz="2000" dirty="0"/>
                  <a:t> and </a:t>
                </a:r>
                <a:r>
                  <a:rPr lang="es-ES" sz="2000" dirty="0" err="1"/>
                  <a:t>extrinsic</a:t>
                </a:r>
                <a:r>
                  <a:rPr lang="es-ES" sz="2000" dirty="0"/>
                  <a:t> </a:t>
                </a:r>
                <a:r>
                  <a:rPr lang="es-ES" sz="2000" dirty="0" err="1"/>
                  <a:t>value</a:t>
                </a:r>
                <a:r>
                  <a:rPr lang="es-ES" sz="2000" dirty="0"/>
                  <a:t> </a:t>
                </a:r>
                <a:r>
                  <a:rPr lang="es-ES" sz="2000" dirty="0" err="1"/>
                  <a:t>implied</a:t>
                </a:r>
                <a:r>
                  <a:rPr lang="es-ES" sz="2000" dirty="0"/>
                  <a:t> in </a:t>
                </a:r>
                <a:r>
                  <a:rPr lang="es-ES" sz="2000" dirty="0" err="1"/>
                  <a:t>the</a:t>
                </a:r>
                <a:r>
                  <a:rPr lang="es-ES" sz="2000" dirty="0"/>
                  <a:t> MO </a:t>
                </a:r>
                <a:r>
                  <a:rPr lang="es-ES" sz="2000" dirty="0" err="1"/>
                  <a:t>simulations</a:t>
                </a:r>
                <a:r>
                  <a:rPr lang="es-ES" sz="2000" dirty="0"/>
                  <a:t>.</a:t>
                </a:r>
              </a:p>
              <a:p>
                <a:pPr marL="457200" indent="-457200">
                  <a:buAutoNum type="arabicParenR"/>
                </a:pPr>
                <a:endParaRPr lang="es-ES" sz="2000" dirty="0"/>
              </a:p>
              <a:p>
                <a:r>
                  <a:rPr lang="es-ES" sz="2000" dirty="0"/>
                  <a:t>2) 	</a:t>
                </a:r>
                <a:r>
                  <a:rPr lang="es-ES" sz="2000" dirty="0" err="1"/>
                  <a:t>We</a:t>
                </a:r>
                <a:r>
                  <a:rPr lang="es-ES" sz="2000" dirty="0"/>
                  <a:t> do </a:t>
                </a:r>
                <a:r>
                  <a:rPr lang="es-ES" sz="2000" dirty="0" err="1"/>
                  <a:t>the</a:t>
                </a:r>
                <a:r>
                  <a:rPr lang="es-ES" sz="2000" dirty="0"/>
                  <a:t> </a:t>
                </a:r>
                <a:r>
                  <a:rPr lang="es-ES" sz="2000" dirty="0" err="1"/>
                  <a:t>same</a:t>
                </a:r>
                <a:r>
                  <a:rPr lang="es-ES" sz="2000" dirty="0"/>
                  <a:t> </a:t>
                </a:r>
                <a:r>
                  <a:rPr lang="es-ES" sz="2000" dirty="0" err="1"/>
                  <a:t>with</a:t>
                </a:r>
                <a:r>
                  <a:rPr lang="es-ES" sz="2000" dirty="0"/>
                  <a:t> </a:t>
                </a:r>
                <a:r>
                  <a:rPr lang="es-ES" sz="2000" dirty="0" err="1"/>
                  <a:t>the</a:t>
                </a:r>
                <a:r>
                  <a:rPr lang="es-ES" sz="2000" dirty="0"/>
                  <a:t> Kirk fórmula.</a:t>
                </a:r>
              </a:p>
              <a:p>
                <a:endParaRPr lang="es-ES" sz="2000" dirty="0"/>
              </a:p>
              <a:p>
                <a:r>
                  <a:rPr lang="es-ES" sz="2000" dirty="0"/>
                  <a:t>3) 	</a:t>
                </a:r>
                <a:r>
                  <a:rPr lang="es-ES" sz="2000" dirty="0" err="1"/>
                  <a:t>We</a:t>
                </a:r>
                <a:r>
                  <a:rPr lang="es-ES" sz="2000" dirty="0"/>
                  <a:t> </a:t>
                </a:r>
                <a:r>
                  <a:rPr lang="es-ES" sz="2000" dirty="0" err="1"/>
                  <a:t>apply</a:t>
                </a:r>
                <a:r>
                  <a:rPr lang="es-ES" sz="2000" dirty="0"/>
                  <a:t> a factor </a:t>
                </a:r>
                <a:r>
                  <a:rPr lang="el-GR" sz="2000" i="1" dirty="0"/>
                  <a:t>α</a:t>
                </a:r>
                <a:r>
                  <a:rPr lang="es-ES" sz="2000" dirty="0"/>
                  <a:t> </a:t>
                </a:r>
                <a:r>
                  <a:rPr lang="es-ES" sz="2000" dirty="0" err="1"/>
                  <a:t>to</a:t>
                </a:r>
                <a:r>
                  <a:rPr lang="es-ES" sz="2000" dirty="0"/>
                  <a:t> </a:t>
                </a:r>
                <a:r>
                  <a:rPr lang="es-ES" sz="2000" dirty="0" err="1"/>
                  <a:t>the</a:t>
                </a:r>
                <a:r>
                  <a:rPr lang="es-ES" sz="2000" dirty="0"/>
                  <a:t> general Kirk </a:t>
                </a:r>
                <a:r>
                  <a:rPr lang="es-ES" sz="2000" dirty="0" err="1"/>
                  <a:t>volatility</a:t>
                </a:r>
                <a:r>
                  <a:rPr lang="es-ES" sz="2000" dirty="0"/>
                  <a:t> 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sz="2000" i="1" dirty="0" smtClean="0"/>
                      <m:t>σ</m:t>
                    </m:r>
                  </m:oMath>
                </a14:m>
                <a:r>
                  <a:rPr lang="es-ES" sz="2000" dirty="0"/>
                  <a:t>) </a:t>
                </a:r>
                <a:r>
                  <a:rPr lang="es-ES" sz="2000" dirty="0" err="1"/>
                  <a:t>such</a:t>
                </a:r>
                <a:r>
                  <a:rPr lang="es-ES" sz="2000" dirty="0"/>
                  <a:t> </a:t>
                </a:r>
                <a:r>
                  <a:rPr lang="es-ES" sz="2000" dirty="0" err="1"/>
                  <a:t>that</a:t>
                </a:r>
                <a:r>
                  <a:rPr lang="es-ES" sz="2000" dirty="0"/>
                  <a:t> </a:t>
                </a:r>
                <a:r>
                  <a:rPr lang="es-ES" sz="2000" dirty="0" err="1"/>
                  <a:t>the</a:t>
                </a:r>
                <a:r>
                  <a:rPr lang="es-ES" sz="2000" dirty="0"/>
                  <a:t> 	Kirk </a:t>
                </a:r>
                <a:r>
                  <a:rPr lang="es-ES" sz="2000" dirty="0" err="1"/>
                  <a:t>extrinsic</a:t>
                </a:r>
                <a:r>
                  <a:rPr lang="es-ES" sz="2000" dirty="0"/>
                  <a:t> </a:t>
                </a:r>
                <a:r>
                  <a:rPr lang="es-ES" sz="2000" dirty="0" err="1"/>
                  <a:t>value</a:t>
                </a:r>
                <a:r>
                  <a:rPr lang="es-ES" sz="2000" dirty="0"/>
                  <a:t> </a:t>
                </a:r>
                <a:r>
                  <a:rPr lang="es-ES" sz="2000" dirty="0" err="1"/>
                  <a:t>matches</a:t>
                </a:r>
                <a:r>
                  <a:rPr lang="es-ES" sz="2000" dirty="0"/>
                  <a:t> </a:t>
                </a:r>
                <a:r>
                  <a:rPr lang="es-ES" sz="2000" dirty="0" err="1"/>
                  <a:t>the</a:t>
                </a:r>
                <a:r>
                  <a:rPr lang="es-ES" sz="2000" dirty="0"/>
                  <a:t> MO </a:t>
                </a:r>
                <a:r>
                  <a:rPr lang="es-ES" sz="2000" dirty="0" err="1"/>
                  <a:t>implied</a:t>
                </a:r>
                <a:r>
                  <a:rPr lang="es-ES" sz="2000" dirty="0"/>
                  <a:t> </a:t>
                </a:r>
                <a:r>
                  <a:rPr lang="es-ES" sz="2000" dirty="0" err="1"/>
                  <a:t>extrinsic</a:t>
                </a:r>
                <a:r>
                  <a:rPr lang="es-ES" sz="2000" dirty="0"/>
                  <a:t> </a:t>
                </a:r>
                <a:r>
                  <a:rPr lang="es-ES" sz="2000" dirty="0" err="1"/>
                  <a:t>value</a:t>
                </a:r>
                <a:r>
                  <a:rPr lang="es-ES" sz="2000" dirty="0"/>
                  <a:t>:          </a:t>
                </a:r>
                <a14:m>
                  <m:oMath xmlns:m="http://schemas.openxmlformats.org/officeDocument/2006/math">
                    <m:r>
                      <a:rPr lang="es-ES" sz="2000" b="0" i="0" dirty="0" smtClean="0">
                        <a:latin typeface="Cambria Math" panose="02040503050406030204" pitchFamily="18" charset="0"/>
                      </a:rPr>
                      <m:t>         </m:t>
                    </m:r>
                    <m:r>
                      <m:rPr>
                        <m:nor/>
                      </m:rPr>
                      <a:rPr lang="el-GR" sz="2000" dirty="0"/>
                      <m:t>α</m:t>
                    </m:r>
                    <m:r>
                      <m:rPr>
                        <m:nor/>
                      </m:rPr>
                      <a:rPr lang="es-ES" sz="2000" dirty="0"/>
                      <m:t>  </m:t>
                    </m:r>
                    <m:r>
                      <m:rPr>
                        <m:nor/>
                      </m:rPr>
                      <a:rPr lang="es-ES" sz="2000" dirty="0"/>
                      <m:t>s</m:t>
                    </m:r>
                    <m:r>
                      <m:rPr>
                        <m:nor/>
                      </m:rPr>
                      <a:rPr lang="es-ES" sz="2000" dirty="0"/>
                      <m:t>.</m:t>
                    </m:r>
                    <m:r>
                      <m:rPr>
                        <m:nor/>
                      </m:rPr>
                      <a:rPr lang="es-ES" sz="2000" dirty="0"/>
                      <m:t>t</m:t>
                    </m:r>
                    <m:r>
                      <m:rPr>
                        <m:nor/>
                      </m:rPr>
                      <a:rPr lang="es-ES" sz="2000" dirty="0"/>
                      <m:t>.</m:t>
                    </m:r>
                    <m:r>
                      <m:rPr>
                        <m:nor/>
                      </m:rPr>
                      <a:rPr lang="es-ES" sz="2000" b="0" i="1" dirty="0" smtClean="0"/>
                      <m:t> </m:t>
                    </m:r>
                    <m:r>
                      <m:rPr>
                        <m:nor/>
                      </m:rPr>
                      <a:rPr lang="es-ES" sz="2000" dirty="0"/>
                      <m:t>EV</m:t>
                    </m:r>
                    <m:r>
                      <m:rPr>
                        <m:nor/>
                      </m:rPr>
                      <a:rPr lang="es-ES" sz="2000" b="0" i="0" baseline="-25000" dirty="0" smtClean="0"/>
                      <m:t>K</m:t>
                    </m:r>
                    <m:r>
                      <m:rPr>
                        <m:nor/>
                      </m:rPr>
                      <a:rPr lang="es-ES" sz="2000" baseline="-25000" dirty="0"/>
                      <m:t> </m:t>
                    </m:r>
                    <m:r>
                      <m:rPr>
                        <m:nor/>
                      </m:rPr>
                      <a:rPr lang="es-ES" sz="2000" dirty="0"/>
                      <m:t>=</m:t>
                    </m:r>
                    <m:r>
                      <m:rPr>
                        <m:nor/>
                      </m:rPr>
                      <a:rPr lang="es-ES" sz="2000" dirty="0"/>
                      <m:t>EVMO</m:t>
                    </m:r>
                  </m:oMath>
                </a14:m>
                <a:endParaRPr lang="es-ES" sz="2000" baseline="-25000" dirty="0"/>
              </a:p>
              <a:p>
                <a:endParaRPr lang="es-ES" dirty="0"/>
              </a:p>
              <a:p>
                <a:pPr algn="ctr"/>
                <a:r>
                  <a:rPr lang="es-ES" dirty="0"/>
                  <a:t>			</a:t>
                </a:r>
              </a:p>
            </p:txBody>
          </p:sp>
        </mc:Choice>
        <mc:Fallback xmlns="">
          <p:sp>
            <p:nvSpPr>
              <p:cNvPr id="2" name="Subtítulo 1">
                <a:extLst>
                  <a:ext uri="{FF2B5EF4-FFF2-40B4-BE49-F238E27FC236}">
                    <a16:creationId xmlns:a16="http://schemas.microsoft.com/office/drawing/2014/main" id="{5F584106-73DD-51A2-C03B-880BF347B1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498929" y="1033326"/>
                <a:ext cx="8187871" cy="3076847"/>
              </a:xfrm>
              <a:blipFill>
                <a:blip r:embed="rId2"/>
                <a:stretch>
                  <a:fillRect l="-819" t="-99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ítulo 2">
            <a:extLst>
              <a:ext uri="{FF2B5EF4-FFF2-40B4-BE49-F238E27FC236}">
                <a16:creationId xmlns:a16="http://schemas.microsoft.com/office/drawing/2014/main" id="{94C865CE-6293-8B63-3996-48D9364F6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Steps</a:t>
            </a:r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0204C65-7C5C-2A0A-63C0-DC6BFA5C73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1323" y="3465879"/>
            <a:ext cx="1301681" cy="33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869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Ondertitel 1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457203" y="1005536"/>
                <a:ext cx="8495966" cy="3558512"/>
              </a:xfrm>
            </p:spPr>
            <p:txBody>
              <a:bodyPr/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ES" sz="1800" dirty="0" err="1"/>
                  <a:t>We</a:t>
                </a:r>
                <a:r>
                  <a:rPr lang="es-ES" sz="1800" dirty="0"/>
                  <a:t> </a:t>
                </a:r>
                <a:r>
                  <a:rPr lang="es-ES" sz="1800" dirty="0" err="1"/>
                  <a:t>want</a:t>
                </a:r>
                <a:r>
                  <a:rPr lang="es-ES" sz="1800" dirty="0"/>
                  <a:t> </a:t>
                </a:r>
                <a:r>
                  <a:rPr lang="es-ES" sz="1800" dirty="0" err="1"/>
                  <a:t>to</a:t>
                </a:r>
                <a:r>
                  <a:rPr lang="es-ES" sz="1800" dirty="0"/>
                  <a:t> </a:t>
                </a:r>
                <a:r>
                  <a:rPr lang="es-ES" sz="1800" dirty="0" err="1"/>
                  <a:t>apply</a:t>
                </a:r>
                <a:r>
                  <a:rPr lang="es-ES" sz="1800" dirty="0"/>
                  <a:t> a factor </a:t>
                </a:r>
                <a:r>
                  <a:rPr lang="es-ES" sz="1800" dirty="0" err="1"/>
                  <a:t>to</a:t>
                </a:r>
                <a:r>
                  <a:rPr lang="es-ES" sz="1800" dirty="0"/>
                  <a:t> </a:t>
                </a:r>
                <a:r>
                  <a:rPr lang="es-ES" sz="1800" dirty="0" err="1"/>
                  <a:t>the</a:t>
                </a:r>
                <a:r>
                  <a:rPr lang="es-ES" sz="1800" dirty="0"/>
                  <a:t> general Kirk </a:t>
                </a:r>
                <a:r>
                  <a:rPr lang="es-ES" sz="1800" dirty="0" err="1"/>
                  <a:t>volatility</a:t>
                </a:r>
                <a:r>
                  <a:rPr lang="es-ES" sz="1800" dirty="0"/>
                  <a:t> (</a:t>
                </a:r>
                <a:r>
                  <a:rPr lang="el-GR" sz="1800" dirty="0"/>
                  <a:t>σ</a:t>
                </a:r>
                <a:r>
                  <a:rPr lang="es-ES" sz="1800" dirty="0"/>
                  <a:t>), </a:t>
                </a:r>
                <a:r>
                  <a:rPr lang="es-ES" sz="1800" dirty="0" err="1"/>
                  <a:t>but</a:t>
                </a:r>
                <a:r>
                  <a:rPr lang="es-ES" sz="1800" dirty="0"/>
                  <a:t> </a:t>
                </a:r>
                <a:r>
                  <a:rPr lang="es-ES" sz="1800" dirty="0" err="1"/>
                  <a:t>that</a:t>
                </a:r>
                <a:r>
                  <a:rPr lang="es-ES" sz="1800" dirty="0"/>
                  <a:t> </a:t>
                </a:r>
                <a:r>
                  <a:rPr lang="es-ES" sz="1800" dirty="0" err="1"/>
                  <a:t>entails</a:t>
                </a:r>
                <a:r>
                  <a:rPr lang="es-ES" sz="1800" dirty="0"/>
                  <a:t> </a:t>
                </a:r>
                <a:r>
                  <a:rPr lang="es-ES" sz="1800" dirty="0" err="1"/>
                  <a:t>an</a:t>
                </a:r>
                <a:r>
                  <a:rPr lang="es-ES" sz="1800" dirty="0"/>
                  <a:t> </a:t>
                </a:r>
                <a:r>
                  <a:rPr lang="es-ES" sz="1800" dirty="0" err="1"/>
                  <a:t>indetermination</a:t>
                </a:r>
                <a:r>
                  <a:rPr lang="es-ES" sz="1800" dirty="0"/>
                  <a:t> </a:t>
                </a:r>
                <a:r>
                  <a:rPr lang="es-ES" sz="1800" dirty="0" err="1"/>
                  <a:t>on</a:t>
                </a:r>
                <a:r>
                  <a:rPr lang="es-ES" sz="1800" dirty="0"/>
                  <a:t> </a:t>
                </a:r>
                <a:r>
                  <a:rPr lang="es-ES" sz="1800" dirty="0" err="1"/>
                  <a:t>each</a:t>
                </a:r>
                <a:r>
                  <a:rPr lang="es-ES" sz="1800" dirty="0"/>
                  <a:t> </a:t>
                </a:r>
                <a:r>
                  <a:rPr lang="es-ES" sz="1800" dirty="0" err="1"/>
                  <a:t>side’s</a:t>
                </a:r>
                <a:r>
                  <a:rPr lang="es-ES" sz="1800" dirty="0"/>
                  <a:t> </a:t>
                </a:r>
                <a:r>
                  <a:rPr lang="es-ES" sz="1800" dirty="0" err="1"/>
                  <a:t>volatility</a:t>
                </a:r>
                <a:r>
                  <a:rPr lang="es-ES" sz="1800" dirty="0"/>
                  <a:t> (</a:t>
                </a:r>
                <a:r>
                  <a:rPr lang="es-ES" sz="1800" dirty="0" err="1"/>
                  <a:t>infinte</a:t>
                </a:r>
                <a:r>
                  <a:rPr lang="es-ES" sz="1800" dirty="0"/>
                  <a:t> </a:t>
                </a:r>
                <a:r>
                  <a:rPr lang="es-ES" sz="1800" dirty="0" err="1"/>
                  <a:t>solutions</a:t>
                </a:r>
                <a:r>
                  <a:rPr lang="es-ES" sz="1800" dirty="0"/>
                  <a:t> </a:t>
                </a:r>
                <a:r>
                  <a:rPr lang="es-ES" sz="1800" dirty="0" err="1"/>
                  <a:t>for</a:t>
                </a:r>
                <a:r>
                  <a:rPr lang="es-ES" sz="1800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sz="1800" dirty="0" smtClean="0"/>
                      <m:t>σ</m:t>
                    </m:r>
                    <m:r>
                      <m:rPr>
                        <m:nor/>
                      </m:rPr>
                      <a:rPr lang="es-ES" sz="1800" baseline="-25000" dirty="0" smtClean="0"/>
                      <m:t>1</m:t>
                    </m:r>
                  </m:oMath>
                </a14:m>
                <a:r>
                  <a:rPr lang="es-ES" sz="1800" dirty="0"/>
                  <a:t>,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sz="1800" dirty="0"/>
                      <m:t>σ</m:t>
                    </m:r>
                    <m:r>
                      <m:rPr>
                        <m:nor/>
                      </m:rPr>
                      <a:rPr lang="es-ES" sz="1800" baseline="-25000" dirty="0"/>
                      <m:t>2</m:t>
                    </m:r>
                  </m:oMath>
                </a14:m>
                <a:r>
                  <a:rPr lang="es-ES" sz="1800" dirty="0"/>
                  <a:t>):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s-ES" sz="1800" dirty="0"/>
              </a:p>
              <a:p>
                <a:r>
                  <a:rPr lang="es-ES" sz="1800" dirty="0"/>
                  <a:t>					</a:t>
                </a:r>
                <a:r>
                  <a:rPr lang="el-GR" sz="1800" dirty="0"/>
                  <a:t>σ </a:t>
                </a:r>
                <a14:m>
                  <m:oMath xmlns:m="http://schemas.openxmlformats.org/officeDocument/2006/math">
                    <m:r>
                      <a:rPr lang="pt-BR" sz="180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nor/>
                          </m:rPr>
                          <a:rPr lang="el-GR" sz="1800" dirty="0"/>
                          <m:t>σ</m:t>
                        </m:r>
                        <m:r>
                          <m:rPr>
                            <m:nor/>
                          </m:rPr>
                          <a:rPr lang="es-ES" sz="1800" baseline="-25000" dirty="0"/>
                          <m:t>1</m:t>
                        </m:r>
                        <m:r>
                          <m:rPr>
                            <m:nor/>
                          </m:rPr>
                          <a:rPr lang="es-ES" sz="1800" baseline="30000" dirty="0"/>
                          <m:t>2</m:t>
                        </m:r>
                        <m:r>
                          <a:rPr lang="pt-BR" sz="1800" i="1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s-E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pt-BR" sz="1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l-GR" sz="1800" dirty="0"/>
                                  <m:t>σ</m:t>
                                </m:r>
                                <m:r>
                                  <m:rPr>
                                    <m:nor/>
                                  </m:rPr>
                                  <a:rPr lang="es-ES" sz="1800" baseline="-25000" dirty="0"/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lang="es-ES" sz="1800" dirty="0"/>
                                  <m:t>F</m:t>
                                </m:r>
                                <m:r>
                                  <m:rPr>
                                    <m:nor/>
                                  </m:rPr>
                                  <a:rPr lang="es-ES" sz="1800" baseline="-25000" dirty="0"/>
                                  <m:t>2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s-ES" sz="1800" dirty="0"/>
                                  <m:t>F</m:t>
                                </m:r>
                                <m:r>
                                  <m:rPr>
                                    <m:nor/>
                                  </m:rPr>
                                  <a:rPr lang="es-ES" sz="1800" baseline="-25000" dirty="0"/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lang="es-ES" sz="1800" dirty="0"/>
                                  <m:t> + </m:t>
                                </m:r>
                                <m:r>
                                  <m:rPr>
                                    <m:nor/>
                                  </m:rPr>
                                  <a:rPr lang="es-ES" sz="1800" dirty="0"/>
                                  <m:t>X</m:t>
                                </m:r>
                              </m:den>
                            </m:f>
                          </m:e>
                        </m:d>
                        <m:r>
                          <m:rPr>
                            <m:nor/>
                          </m:rPr>
                          <a:rPr lang="es-ES" sz="1800" baseline="30000" dirty="0"/>
                          <m:t>2</m:t>
                        </m:r>
                        <m:r>
                          <a:rPr lang="es-ES" sz="1800" i="1" dirty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pt-BR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s-ES" sz="1800" dirty="0"/>
                              <m:t>2</m:t>
                            </m:r>
                            <m:r>
                              <m:rPr>
                                <m:nor/>
                              </m:rPr>
                              <a:rPr lang="el-GR" sz="1800" dirty="0"/>
                              <m:t>ρσ</m:t>
                            </m:r>
                            <m:r>
                              <m:rPr>
                                <m:nor/>
                              </m:rPr>
                              <a:rPr lang="es-ES" sz="1800" baseline="-25000" dirty="0"/>
                              <m:t>1</m:t>
                            </m:r>
                            <m:r>
                              <m:rPr>
                                <m:nor/>
                              </m:rPr>
                              <a:rPr lang="el-GR" sz="1800" dirty="0"/>
                              <m:t>σ</m:t>
                            </m:r>
                            <m:r>
                              <m:rPr>
                                <m:nor/>
                              </m:rPr>
                              <a:rPr lang="es-ES" sz="1800" baseline="-25000" dirty="0"/>
                              <m:t>2</m:t>
                            </m:r>
                            <m:r>
                              <m:rPr>
                                <m:nor/>
                              </m:rPr>
                              <a:rPr lang="es-ES" sz="1800" dirty="0"/>
                              <m:t>F</m:t>
                            </m:r>
                            <m:r>
                              <m:rPr>
                                <m:nor/>
                              </m:rPr>
                              <a:rPr lang="es-ES" sz="1800" baseline="-25000" dirty="0"/>
                              <m:t>2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s-ES" sz="1800" dirty="0"/>
                              <m:t>F</m:t>
                            </m:r>
                            <m:r>
                              <m:rPr>
                                <m:nor/>
                              </m:rPr>
                              <a:rPr lang="es-ES" sz="1800" baseline="-25000" dirty="0"/>
                              <m:t>2</m:t>
                            </m:r>
                            <m:r>
                              <m:rPr>
                                <m:nor/>
                              </m:rPr>
                              <a:rPr lang="es-ES" sz="1800" dirty="0"/>
                              <m:t> + </m:t>
                            </m:r>
                            <m:r>
                              <m:rPr>
                                <m:nor/>
                              </m:rPr>
                              <a:rPr lang="es-ES" sz="1800" dirty="0"/>
                              <m:t>X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US" sz="1800" dirty="0"/>
                          <m:t> </m:t>
                        </m:r>
                      </m:e>
                    </m:rad>
                  </m:oMath>
                </a14:m>
                <a:endParaRPr lang="es-ES" sz="18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s-ES" sz="18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s-ES" sz="18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ES" sz="1800" dirty="0" err="1"/>
                  <a:t>We</a:t>
                </a:r>
                <a:r>
                  <a:rPr lang="es-ES" sz="1800" dirty="0"/>
                  <a:t> </a:t>
                </a:r>
                <a:r>
                  <a:rPr lang="es-ES" sz="1800" dirty="0" err="1"/>
                  <a:t>solve</a:t>
                </a:r>
                <a:r>
                  <a:rPr lang="es-ES" sz="1800" dirty="0"/>
                  <a:t> </a:t>
                </a:r>
                <a:r>
                  <a:rPr lang="es-ES" sz="1800" dirty="0" err="1"/>
                  <a:t>this</a:t>
                </a:r>
                <a:r>
                  <a:rPr lang="es-ES" sz="1800" dirty="0"/>
                  <a:t> </a:t>
                </a:r>
                <a:r>
                  <a:rPr lang="es-ES" sz="1800" dirty="0" err="1"/>
                  <a:t>indetermination</a:t>
                </a:r>
                <a:r>
                  <a:rPr lang="es-ES" sz="1800" dirty="0"/>
                  <a:t> </a:t>
                </a:r>
                <a:r>
                  <a:rPr lang="es-ES" sz="1800" dirty="0" err="1"/>
                  <a:t>applying</a:t>
                </a:r>
                <a:r>
                  <a:rPr lang="es-ES" sz="1800" dirty="0"/>
                  <a:t> </a:t>
                </a:r>
                <a:r>
                  <a:rPr lang="es-ES" sz="1800" dirty="0" err="1"/>
                  <a:t>the</a:t>
                </a:r>
                <a:r>
                  <a:rPr lang="es-ES" sz="1800" dirty="0"/>
                  <a:t> </a:t>
                </a:r>
                <a:r>
                  <a:rPr lang="es-ES" sz="1800" dirty="0" err="1"/>
                  <a:t>same</a:t>
                </a:r>
                <a:r>
                  <a:rPr lang="es-ES" sz="1800" dirty="0"/>
                  <a:t> factor (</a:t>
                </a:r>
                <a:r>
                  <a:rPr lang="el-GR" sz="1800" dirty="0"/>
                  <a:t>α</a:t>
                </a:r>
                <a:r>
                  <a:rPr lang="es-ES" sz="1800" dirty="0"/>
                  <a:t>) </a:t>
                </a:r>
                <a:r>
                  <a:rPr lang="es-ES" sz="1800" dirty="0" err="1"/>
                  <a:t>for</a:t>
                </a:r>
                <a:r>
                  <a:rPr lang="es-ES" sz="1800" dirty="0"/>
                  <a:t> </a:t>
                </a:r>
                <a:r>
                  <a:rPr lang="es-ES" sz="1800" dirty="0" err="1"/>
                  <a:t>each</a:t>
                </a:r>
                <a:r>
                  <a:rPr lang="es-ES" sz="1800" dirty="0"/>
                  <a:t> </a:t>
                </a:r>
                <a:r>
                  <a:rPr lang="es-ES" sz="1800" dirty="0" err="1"/>
                  <a:t>side</a:t>
                </a:r>
                <a:r>
                  <a:rPr lang="es-ES" sz="1800" dirty="0"/>
                  <a:t> (</a:t>
                </a:r>
                <a:r>
                  <a:rPr lang="el-GR" sz="1800" dirty="0"/>
                  <a:t>σ</a:t>
                </a:r>
                <a:r>
                  <a:rPr lang="es-ES" sz="1800" baseline="-25000" dirty="0"/>
                  <a:t>1</a:t>
                </a:r>
                <a:r>
                  <a:rPr lang="es-ES" sz="1800" dirty="0"/>
                  <a:t>,</a:t>
                </a:r>
                <a:r>
                  <a:rPr lang="el-GR" sz="1800" dirty="0"/>
                  <a:t>σ</a:t>
                </a:r>
                <a:r>
                  <a:rPr lang="es-ES" sz="1800" baseline="-25000" dirty="0"/>
                  <a:t>2</a:t>
                </a:r>
                <a:r>
                  <a:rPr lang="es-ES" sz="1800" dirty="0"/>
                  <a:t>), </a:t>
                </a:r>
                <a:r>
                  <a:rPr lang="es-ES" sz="1800" dirty="0" err="1"/>
                  <a:t>which</a:t>
                </a:r>
                <a:r>
                  <a:rPr lang="es-ES" sz="1800" dirty="0"/>
                  <a:t> </a:t>
                </a:r>
                <a:r>
                  <a:rPr lang="es-ES" sz="1800" dirty="0" err="1"/>
                  <a:t>is</a:t>
                </a:r>
                <a:r>
                  <a:rPr lang="es-ES" sz="1800" dirty="0"/>
                  <a:t> </a:t>
                </a:r>
                <a:r>
                  <a:rPr lang="es-ES" sz="1800" dirty="0" err="1"/>
                  <a:t>equivalent</a:t>
                </a:r>
                <a:r>
                  <a:rPr lang="es-ES" sz="1800" dirty="0"/>
                  <a:t> </a:t>
                </a:r>
                <a:r>
                  <a:rPr lang="es-ES" sz="1800" dirty="0" err="1"/>
                  <a:t>to</a:t>
                </a:r>
                <a:r>
                  <a:rPr lang="es-ES" sz="1800" dirty="0"/>
                  <a:t> </a:t>
                </a:r>
                <a:r>
                  <a:rPr lang="es-ES" sz="1800" dirty="0" err="1"/>
                  <a:t>applying</a:t>
                </a:r>
                <a:r>
                  <a:rPr lang="es-ES" sz="1800" dirty="0"/>
                  <a:t> </a:t>
                </a:r>
                <a:r>
                  <a:rPr lang="es-ES" sz="1800" dirty="0" err="1"/>
                  <a:t>the</a:t>
                </a:r>
                <a:r>
                  <a:rPr lang="es-ES" sz="1800" dirty="0"/>
                  <a:t> </a:t>
                </a:r>
                <a:r>
                  <a:rPr lang="es-ES" sz="1800" dirty="0" err="1"/>
                  <a:t>same</a:t>
                </a:r>
                <a:r>
                  <a:rPr lang="es-ES" sz="1800" dirty="0"/>
                  <a:t> factor (</a:t>
                </a:r>
                <a:r>
                  <a:rPr lang="el-GR" sz="1800" dirty="0"/>
                  <a:t>α</a:t>
                </a:r>
                <a:r>
                  <a:rPr lang="es-ES" sz="1800" dirty="0"/>
                  <a:t>) </a:t>
                </a:r>
                <a:r>
                  <a:rPr lang="es-ES" sz="1800" dirty="0" err="1"/>
                  <a:t>to</a:t>
                </a:r>
                <a:r>
                  <a:rPr lang="es-ES" sz="1800" dirty="0"/>
                  <a:t> </a:t>
                </a:r>
                <a:r>
                  <a:rPr lang="es-ES" sz="1800" dirty="0" err="1"/>
                  <a:t>the</a:t>
                </a:r>
                <a:r>
                  <a:rPr lang="es-ES" sz="1800" dirty="0"/>
                  <a:t> general </a:t>
                </a:r>
                <a:r>
                  <a:rPr lang="es-ES" sz="1800" dirty="0" err="1"/>
                  <a:t>volatility</a:t>
                </a:r>
                <a:r>
                  <a:rPr lang="es-ES" sz="1800" dirty="0"/>
                  <a:t> (</a:t>
                </a:r>
                <a:r>
                  <a:rPr lang="el-GR" sz="1800" dirty="0"/>
                  <a:t>σ</a:t>
                </a:r>
                <a:r>
                  <a:rPr lang="es-ES" sz="1800" dirty="0"/>
                  <a:t>) (</a:t>
                </a:r>
                <a:r>
                  <a:rPr lang="es-ES" sz="1800" i="1" dirty="0" err="1"/>
                  <a:t>demonstration</a:t>
                </a:r>
                <a:r>
                  <a:rPr lang="es-ES" sz="1800" i="1" dirty="0"/>
                  <a:t> in </a:t>
                </a:r>
                <a:r>
                  <a:rPr lang="es-ES" sz="1800" i="1" dirty="0" err="1"/>
                  <a:t>appendix</a:t>
                </a:r>
                <a:r>
                  <a:rPr lang="es-ES" sz="1800" i="1" dirty="0"/>
                  <a:t> 1</a:t>
                </a:r>
                <a:r>
                  <a:rPr lang="es-ES" sz="1800" dirty="0"/>
                  <a:t>).</a:t>
                </a:r>
              </a:p>
              <a:p>
                <a:endParaRPr lang="en-US" sz="1800" baseline="30000" dirty="0"/>
              </a:p>
              <a:p>
                <a:endParaRPr lang="en-US" sz="1800" baseline="30000" dirty="0"/>
              </a:p>
              <a:p>
                <a:endParaRPr lang="en-US" sz="1800" baseline="30000" dirty="0"/>
              </a:p>
              <a:p>
                <a:endParaRPr lang="en-US" sz="1800" baseline="30000" dirty="0"/>
              </a:p>
              <a:p>
                <a:endParaRPr lang="en-US" sz="1800" baseline="30000" dirty="0"/>
              </a:p>
              <a:p>
                <a:endParaRPr lang="en-US" sz="1800" dirty="0"/>
              </a:p>
              <a:p>
                <a:endParaRPr lang="en-US" sz="1800" dirty="0"/>
              </a:p>
              <a:p>
                <a:br>
                  <a:rPr lang="en-US" sz="2000" dirty="0"/>
                </a:br>
                <a:r>
                  <a:rPr lang="en-US" sz="2000" dirty="0"/>
                  <a:t>	</a:t>
                </a:r>
                <a:endParaRPr lang="en-US" sz="1400" dirty="0"/>
              </a:p>
              <a:p>
                <a:br>
                  <a:rPr lang="en-US" sz="2000" dirty="0"/>
                </a:br>
                <a:r>
                  <a:rPr lang="en-US" sz="2000" dirty="0"/>
                  <a:t> </a:t>
                </a:r>
              </a:p>
            </p:txBody>
          </p:sp>
        </mc:Choice>
        <mc:Fallback xmlns="">
          <p:sp>
            <p:nvSpPr>
              <p:cNvPr id="2" name="Ondertitel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457203" y="1005536"/>
                <a:ext cx="8495966" cy="3558512"/>
              </a:xfrm>
              <a:blipFill>
                <a:blip r:embed="rId2"/>
                <a:stretch>
                  <a:fillRect l="-430" t="-1027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99391" y="109664"/>
            <a:ext cx="7024977" cy="669232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400" b="1" dirty="0"/>
              <a:t>    Note</a:t>
            </a:r>
            <a:endParaRPr lang="nl-NL" sz="2400" b="1" dirty="0"/>
          </a:p>
        </p:txBody>
      </p:sp>
    </p:spTree>
    <p:extLst>
      <p:ext uri="{BB962C8B-B14F-4D97-AF65-F5344CB8AC3E}">
        <p14:creationId xmlns:p14="http://schemas.microsoft.com/office/powerpoint/2010/main" val="3081688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Subtítulo 1">
                <a:extLst>
                  <a:ext uri="{FF2B5EF4-FFF2-40B4-BE49-F238E27FC236}">
                    <a16:creationId xmlns:a16="http://schemas.microsoft.com/office/drawing/2014/main" id="{12D15E0D-3FB7-81B8-DDB3-05D157363D01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294201" y="1033326"/>
                <a:ext cx="8392599" cy="3076847"/>
              </a:xfrm>
            </p:spPr>
            <p:txBody>
              <a:bodyPr/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s-ES" sz="1500" dirty="0"/>
                  <a:t>We </a:t>
                </a:r>
                <a:r>
                  <a:rPr lang="es-ES" sz="1500" dirty="0" err="1"/>
                  <a:t>take</a:t>
                </a:r>
                <a:r>
                  <a:rPr lang="es-ES" sz="1500" dirty="0"/>
                  <a:t> </a:t>
                </a:r>
                <a:r>
                  <a:rPr lang="es-ES" sz="1500" dirty="0" err="1"/>
                  <a:t>the</a:t>
                </a:r>
                <a:r>
                  <a:rPr lang="es-ES" sz="1500" dirty="0"/>
                  <a:t> MO </a:t>
                </a:r>
                <a:r>
                  <a:rPr lang="es-ES" sz="1500" dirty="0" err="1"/>
                  <a:t>simulations</a:t>
                </a:r>
                <a:r>
                  <a:rPr lang="es-ES" sz="1500" dirty="0"/>
                  <a:t> </a:t>
                </a:r>
                <a:r>
                  <a:rPr lang="es-ES" sz="1500" dirty="0" err="1"/>
                  <a:t>of</a:t>
                </a:r>
                <a:r>
                  <a:rPr lang="es-ES" sz="1500" dirty="0"/>
                  <a:t> </a:t>
                </a:r>
                <a:r>
                  <a:rPr lang="es-ES" sz="1500" dirty="0" err="1"/>
                  <a:t>power</a:t>
                </a:r>
                <a:r>
                  <a:rPr lang="es-ES" sz="1500" dirty="0"/>
                  <a:t>, gas, and CO2 </a:t>
                </a:r>
                <a:r>
                  <a:rPr lang="es-ES" sz="1500" dirty="0" err="1"/>
                  <a:t>prices</a:t>
                </a:r>
                <a:r>
                  <a:rPr lang="es-ES" sz="1500" dirty="0"/>
                  <a:t> and derive </a:t>
                </a:r>
                <a:r>
                  <a:rPr lang="es-ES" sz="1500" dirty="0" err="1"/>
                  <a:t>the</a:t>
                </a:r>
                <a:r>
                  <a:rPr lang="es-ES" sz="1500" dirty="0"/>
                  <a:t> CSS </a:t>
                </a:r>
                <a:r>
                  <a:rPr lang="es-ES" sz="1500" dirty="0" err="1"/>
                  <a:t>assuming</a:t>
                </a:r>
                <a:r>
                  <a:rPr lang="es-ES" sz="1500" dirty="0"/>
                  <a:t> a 0,52 </a:t>
                </a:r>
                <a:r>
                  <a:rPr lang="es-ES" sz="1500" dirty="0" err="1"/>
                  <a:t>efficiency</a:t>
                </a:r>
                <a:r>
                  <a:rPr lang="es-ES" sz="1500" dirty="0"/>
                  <a:t> (</a:t>
                </a:r>
                <a:r>
                  <a:rPr lang="es-ES" sz="1500" dirty="0" err="1"/>
                  <a:t>Sloe</a:t>
                </a:r>
                <a:r>
                  <a:rPr lang="es-ES" sz="1500" dirty="0"/>
                  <a:t>). </a:t>
                </a:r>
                <a:r>
                  <a:rPr lang="es-ES" sz="1500" dirty="0" err="1"/>
                  <a:t>Cost</a:t>
                </a:r>
                <a:r>
                  <a:rPr lang="es-ES" sz="1500" dirty="0"/>
                  <a:t> </a:t>
                </a:r>
                <a:r>
                  <a:rPr lang="es-ES" sz="1500" dirty="0" err="1"/>
                  <a:t>of</a:t>
                </a:r>
                <a:r>
                  <a:rPr lang="es-ES" sz="1500" dirty="0"/>
                  <a:t> gas </a:t>
                </a:r>
                <a:r>
                  <a:rPr lang="es-ES" sz="1500" dirty="0" err="1"/>
                  <a:t>would</a:t>
                </a:r>
                <a:r>
                  <a:rPr lang="es-ES" sz="1500" dirty="0"/>
                  <a:t> be </a:t>
                </a:r>
                <a:r>
                  <a:rPr lang="es-ES" sz="1500" dirty="0" err="1"/>
                  <a:t>then</a:t>
                </a:r>
                <a:r>
                  <a:rPr lang="es-ES" sz="1500" dirty="0"/>
                  <a:t>: (TTF + 0,18*CO2)/0,52.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s-ES" sz="1500" dirty="0" err="1"/>
                  <a:t>We</a:t>
                </a:r>
                <a:r>
                  <a:rPr lang="es-ES" sz="1500" dirty="0"/>
                  <a:t> </a:t>
                </a:r>
                <a:r>
                  <a:rPr lang="es-ES" sz="1500" dirty="0" err="1"/>
                  <a:t>calculate</a:t>
                </a:r>
                <a:r>
                  <a:rPr lang="es-ES" sz="1500" dirty="0"/>
                  <a:t> </a:t>
                </a:r>
                <a:r>
                  <a:rPr lang="es-ES" sz="1500" dirty="0" err="1"/>
                  <a:t>the</a:t>
                </a:r>
                <a:r>
                  <a:rPr lang="es-ES" sz="1500" dirty="0"/>
                  <a:t> </a:t>
                </a:r>
                <a:r>
                  <a:rPr lang="es-ES" sz="1500" dirty="0" err="1"/>
                  <a:t>monthly</a:t>
                </a:r>
                <a:r>
                  <a:rPr lang="es-ES" sz="1500" dirty="0"/>
                  <a:t> </a:t>
                </a:r>
                <a:r>
                  <a:rPr lang="es-ES" sz="1500" dirty="0" err="1"/>
                  <a:t>baseload</a:t>
                </a:r>
                <a:r>
                  <a:rPr lang="es-ES" sz="1500" dirty="0"/>
                  <a:t> total </a:t>
                </a:r>
                <a:r>
                  <a:rPr lang="es-ES" sz="1500" dirty="0" err="1"/>
                  <a:t>option</a:t>
                </a:r>
                <a:r>
                  <a:rPr lang="es-ES" sz="1500" dirty="0"/>
                  <a:t> </a:t>
                </a:r>
                <a:r>
                  <a:rPr lang="es-ES" sz="1500" dirty="0" err="1"/>
                  <a:t>value</a:t>
                </a:r>
                <a:r>
                  <a:rPr lang="es-ES" sz="1500" dirty="0"/>
                  <a:t> as: </a:t>
                </a:r>
                <a14:m>
                  <m:oMath xmlns:m="http://schemas.openxmlformats.org/officeDocument/2006/math">
                    <m:r>
                      <a:rPr lang="es-ES" sz="15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s-ES" sz="1500" b="0" i="1" baseline="-2500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pt-BR" sz="150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sz="15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pt-BR" sz="15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s-ES" sz="15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pt-BR" sz="150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s-ES" sz="1500" b="0" i="1" smtClean="0">
                                <a:latin typeface="Cambria Math" panose="02040503050406030204" pitchFamily="18" charset="0"/>
                              </a:rPr>
                              <m:t>500</m:t>
                            </m:r>
                          </m:sup>
                          <m:e>
                            <m:d>
                              <m:dPr>
                                <m:ctrlPr>
                                  <a:rPr lang="pt-BR" sz="150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nary>
                                  <m:naryPr>
                                    <m:chr m:val="∑"/>
                                    <m:ctrlPr>
                                      <a:rPr lang="pt-BR" sz="15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s-ES" sz="15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pt-BR" sz="1500" i="1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s-ES" sz="15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sub>
                                  <m:sup>
                                    <m:r>
                                      <a:rPr lang="es-ES" sz="1500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sup>
                                  <m:e>
                                    <m:d>
                                      <m:dPr>
                                        <m:ctrlPr>
                                          <a:rPr lang="pt-BR" sz="15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s-ES" sz="1500" b="0" i="0" smtClean="0">
                                            <a:latin typeface="Cambria Math" panose="02040503050406030204" pitchFamily="18" charset="0"/>
                                          </a:rPr>
                                          <m:t>max</m:t>
                                        </m:r>
                                        <m:r>
                                          <a:rPr lang="es-ES" sz="1500" b="0" i="1" smtClean="0">
                                            <a:latin typeface="Cambria Math" panose="02040503050406030204" pitchFamily="18" charset="0"/>
                                          </a:rPr>
                                          <m:t>⁡(0,</m:t>
                                        </m:r>
                                        <m:r>
                                          <a:rPr lang="es-ES" sz="1500" b="0" i="1" smtClean="0">
                                            <a:latin typeface="Cambria Math" panose="02040503050406030204" pitchFamily="18" charset="0"/>
                                          </a:rPr>
                                          <m:t>𝑃𝑑</m:t>
                                        </m:r>
                                        <m:r>
                                          <a:rPr lang="es-ES" sz="1500" b="0" i="1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s-ES" sz="1500" b="0" i="1" baseline="-2500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e>
                                </m:nary>
                              </m:e>
                            </m:d>
                          </m:e>
                        </m:nary>
                      </m:num>
                      <m:den>
                        <m:r>
                          <a:rPr lang="es-ES" sz="1500" b="0" i="0" smtClean="0">
                            <a:latin typeface="Cambria Math" panose="02040503050406030204" pitchFamily="18" charset="0"/>
                          </a:rPr>
                          <m:t>500</m:t>
                        </m:r>
                      </m:den>
                    </m:f>
                  </m:oMath>
                </a14:m>
                <a:r>
                  <a:rPr lang="es-ES" sz="1500" dirty="0"/>
                  <a:t> where </a:t>
                </a:r>
                <a:r>
                  <a:rPr lang="es-ES" sz="1500" i="1" dirty="0"/>
                  <a:t>m </a:t>
                </a:r>
                <a:r>
                  <a:rPr lang="es-ES" sz="1500" dirty="0" err="1"/>
                  <a:t>is</a:t>
                </a:r>
                <a:r>
                  <a:rPr lang="es-ES" sz="1500" dirty="0"/>
                  <a:t> </a:t>
                </a:r>
                <a:r>
                  <a:rPr lang="es-ES" sz="1500" dirty="0" err="1"/>
                  <a:t>the</a:t>
                </a:r>
                <a:r>
                  <a:rPr lang="es-ES" sz="1500" dirty="0"/>
                  <a:t> </a:t>
                </a:r>
                <a:r>
                  <a:rPr lang="es-ES" sz="1500" dirty="0" err="1"/>
                  <a:t>month</a:t>
                </a:r>
                <a:r>
                  <a:rPr lang="es-ES" sz="1500" dirty="0"/>
                  <a:t> </a:t>
                </a:r>
                <a:r>
                  <a:rPr lang="es-ES" sz="1500" dirty="0" err="1"/>
                  <a:t>of</a:t>
                </a:r>
                <a:r>
                  <a:rPr lang="es-ES" sz="1500" dirty="0"/>
                  <a:t> </a:t>
                </a:r>
                <a:r>
                  <a:rPr lang="es-ES" sz="1500" dirty="0" err="1"/>
                  <a:t>the</a:t>
                </a:r>
                <a:r>
                  <a:rPr lang="es-ES" sz="1500" dirty="0"/>
                  <a:t> </a:t>
                </a:r>
                <a:r>
                  <a:rPr lang="es-ES" sz="1500" dirty="0" err="1"/>
                  <a:t>year</a:t>
                </a:r>
                <a:r>
                  <a:rPr lang="es-ES" sz="1500" dirty="0"/>
                  <a:t>, </a:t>
                </a:r>
                <a:r>
                  <a:rPr lang="es-ES" sz="1500" i="1" dirty="0"/>
                  <a:t>i</a:t>
                </a:r>
                <a:r>
                  <a:rPr lang="es-ES" sz="1500" dirty="0"/>
                  <a:t> </a:t>
                </a:r>
                <a:r>
                  <a:rPr lang="es-ES" sz="1500" dirty="0" err="1"/>
                  <a:t>is</a:t>
                </a:r>
                <a:r>
                  <a:rPr lang="es-ES" sz="1500" dirty="0"/>
                  <a:t> </a:t>
                </a:r>
                <a:r>
                  <a:rPr lang="es-ES" sz="1500" dirty="0" err="1"/>
                  <a:t>the</a:t>
                </a:r>
                <a:r>
                  <a:rPr lang="es-ES" sz="1500" dirty="0"/>
                  <a:t> </a:t>
                </a:r>
                <a:r>
                  <a:rPr lang="es-ES" sz="1500" dirty="0" err="1"/>
                  <a:t>simulation</a:t>
                </a:r>
                <a:r>
                  <a:rPr lang="es-ES" sz="1500" dirty="0"/>
                  <a:t> </a:t>
                </a:r>
                <a:r>
                  <a:rPr lang="es-ES" sz="1500" dirty="0" err="1"/>
                  <a:t>number</a:t>
                </a:r>
                <a:r>
                  <a:rPr lang="es-ES" sz="1500" dirty="0"/>
                  <a:t>, </a:t>
                </a:r>
                <a:r>
                  <a:rPr lang="es-ES" sz="1500" i="1" dirty="0"/>
                  <a:t>d</a:t>
                </a:r>
                <a:r>
                  <a:rPr lang="es-ES" sz="1500" dirty="0"/>
                  <a:t> </a:t>
                </a:r>
                <a:r>
                  <a:rPr lang="es-ES" sz="1500" dirty="0" err="1"/>
                  <a:t>is</a:t>
                </a:r>
                <a:r>
                  <a:rPr lang="es-ES" sz="1500" dirty="0"/>
                  <a:t> </a:t>
                </a:r>
                <a:r>
                  <a:rPr lang="es-ES" sz="1500" dirty="0" err="1"/>
                  <a:t>the</a:t>
                </a:r>
                <a:r>
                  <a:rPr lang="es-ES" sz="1500" dirty="0"/>
                  <a:t> </a:t>
                </a:r>
                <a:r>
                  <a:rPr lang="es-ES" sz="1500" dirty="0" err="1"/>
                  <a:t>first</a:t>
                </a:r>
                <a:r>
                  <a:rPr lang="es-ES" sz="1500" dirty="0"/>
                  <a:t> </a:t>
                </a:r>
                <a:r>
                  <a:rPr lang="es-ES" sz="1500" dirty="0" err="1"/>
                  <a:t>day</a:t>
                </a:r>
                <a:r>
                  <a:rPr lang="es-ES" sz="1500" dirty="0"/>
                  <a:t> </a:t>
                </a:r>
                <a:r>
                  <a:rPr lang="es-ES" sz="1500" dirty="0" err="1"/>
                  <a:t>of</a:t>
                </a:r>
                <a:r>
                  <a:rPr lang="es-ES" sz="1500" dirty="0"/>
                  <a:t> </a:t>
                </a:r>
                <a:r>
                  <a:rPr lang="es-ES" sz="1500" dirty="0" err="1"/>
                  <a:t>the</a:t>
                </a:r>
                <a:r>
                  <a:rPr lang="es-ES" sz="1500" dirty="0"/>
                  <a:t> </a:t>
                </a:r>
                <a:r>
                  <a:rPr lang="es-ES" sz="1500" dirty="0" err="1"/>
                  <a:t>month</a:t>
                </a:r>
                <a:r>
                  <a:rPr lang="es-ES" sz="1500" dirty="0"/>
                  <a:t> and </a:t>
                </a:r>
                <a:r>
                  <a:rPr lang="es-ES" sz="1500" i="1" dirty="0"/>
                  <a:t>D</a:t>
                </a:r>
                <a:r>
                  <a:rPr lang="es-ES" sz="1500" dirty="0"/>
                  <a:t> </a:t>
                </a:r>
                <a:r>
                  <a:rPr lang="es-ES" sz="1500" dirty="0" err="1"/>
                  <a:t>is</a:t>
                </a:r>
                <a:r>
                  <a:rPr lang="es-ES" sz="1500" dirty="0"/>
                  <a:t> </a:t>
                </a:r>
                <a:r>
                  <a:rPr lang="es-ES" sz="1500" dirty="0" err="1"/>
                  <a:t>the</a:t>
                </a:r>
                <a:r>
                  <a:rPr lang="es-ES" sz="1500" dirty="0"/>
                  <a:t> </a:t>
                </a:r>
                <a:r>
                  <a:rPr lang="es-ES" sz="1500" dirty="0" err="1"/>
                  <a:t>last</a:t>
                </a:r>
                <a:r>
                  <a:rPr lang="es-ES" sz="1500" dirty="0"/>
                  <a:t> </a:t>
                </a:r>
                <a:r>
                  <a:rPr lang="es-ES" sz="1500" dirty="0" err="1"/>
                  <a:t>day</a:t>
                </a:r>
                <a:r>
                  <a:rPr lang="es-ES" sz="1500" dirty="0"/>
                  <a:t> </a:t>
                </a:r>
                <a:r>
                  <a:rPr lang="es-ES" sz="1500" dirty="0" err="1"/>
                  <a:t>of</a:t>
                </a:r>
                <a:r>
                  <a:rPr lang="es-ES" sz="1500" dirty="0"/>
                  <a:t> </a:t>
                </a:r>
                <a:r>
                  <a:rPr lang="es-ES" sz="1500" dirty="0" err="1"/>
                  <a:t>the</a:t>
                </a:r>
                <a:r>
                  <a:rPr lang="es-ES" sz="1500" dirty="0"/>
                  <a:t> </a:t>
                </a:r>
                <a:r>
                  <a:rPr lang="es-ES" sz="1500" dirty="0" err="1"/>
                  <a:t>month</a:t>
                </a:r>
                <a:r>
                  <a:rPr lang="es-ES" sz="1500" dirty="0"/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s-ES" sz="1500" dirty="0" err="1"/>
                  <a:t>Then</a:t>
                </a:r>
                <a:r>
                  <a:rPr lang="es-ES" sz="1500" dirty="0"/>
                  <a:t>, </a:t>
                </a:r>
                <a:r>
                  <a:rPr lang="es-ES" sz="1500" dirty="0" err="1"/>
                  <a:t>we</a:t>
                </a:r>
                <a:r>
                  <a:rPr lang="es-ES" sz="1500" dirty="0"/>
                  <a:t> </a:t>
                </a:r>
                <a:r>
                  <a:rPr lang="es-ES" sz="1500" dirty="0" err="1"/>
                  <a:t>calculate</a:t>
                </a:r>
                <a:r>
                  <a:rPr lang="es-ES" sz="1500" dirty="0"/>
                  <a:t> </a:t>
                </a:r>
                <a:r>
                  <a:rPr lang="es-ES" sz="1500" dirty="0" err="1"/>
                  <a:t>the</a:t>
                </a:r>
                <a:r>
                  <a:rPr lang="es-ES" sz="1500" dirty="0"/>
                  <a:t> </a:t>
                </a:r>
                <a:r>
                  <a:rPr lang="es-ES" sz="1500" dirty="0" err="1"/>
                  <a:t>intrinsic</a:t>
                </a:r>
                <a:r>
                  <a:rPr lang="es-ES" sz="1500" dirty="0"/>
                  <a:t> </a:t>
                </a:r>
                <a:r>
                  <a:rPr lang="es-ES" sz="1500" dirty="0" err="1"/>
                  <a:t>value</a:t>
                </a:r>
                <a:r>
                  <a:rPr lang="es-ES" sz="1500" dirty="0"/>
                  <a:t> </a:t>
                </a:r>
                <a:r>
                  <a:rPr lang="es-ES" sz="1500" dirty="0" err="1"/>
                  <a:t>through</a:t>
                </a:r>
                <a:r>
                  <a:rPr lang="es-ES" sz="1500" dirty="0"/>
                  <a:t>:</a:t>
                </a:r>
                <a14:m>
                  <m:oMath xmlns:m="http://schemas.openxmlformats.org/officeDocument/2006/math">
                    <m:r>
                      <a:rPr lang="es-ES" sz="15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sz="15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s-ES" sz="1500" b="0" i="1" baseline="-2500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pt-BR" sz="15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pt-BR" sz="15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s-ES" sz="15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pt-BR" sz="15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ES" sz="15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  <m:sup>
                        <m:r>
                          <a:rPr lang="es-ES" sz="1500" i="1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  <m:e>
                        <m:f>
                          <m:fPr>
                            <m:ctrlPr>
                              <a:rPr lang="es-ES" sz="15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ES" sz="1500" i="1">
                                <a:latin typeface="Cambria Math" panose="02040503050406030204" pitchFamily="18" charset="0"/>
                              </a:rPr>
                              <m:t>𝑀𝑎𝑥</m:t>
                            </m:r>
                            <m:r>
                              <a:rPr lang="es-ES" sz="1500" i="1">
                                <a:latin typeface="Cambria Math" panose="02040503050406030204" pitchFamily="18" charset="0"/>
                              </a:rPr>
                              <m:t>(0,</m:t>
                            </m:r>
                            <m:nary>
                              <m:naryPr>
                                <m:chr m:val="∑"/>
                                <m:ctrlPr>
                                  <a:rPr lang="pt-BR" sz="15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s-ES" sz="15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pt-BR" sz="15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s-ES" sz="1500" i="1">
                                    <a:latin typeface="Cambria Math" panose="02040503050406030204" pitchFamily="18" charset="0"/>
                                  </a:rPr>
                                  <m:t>500</m:t>
                                </m:r>
                              </m:sup>
                              <m:e>
                                <m:r>
                                  <a:rPr lang="es-ES" sz="1500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s-ES" sz="1500" i="1" baseline="-2500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s-ES" sz="15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s-ES" sz="1500" i="1" baseline="-2500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nary>
                            <m:r>
                              <a:rPr lang="es-ES" sz="15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s-ES" sz="1500">
                                <a:latin typeface="Cambria Math" panose="02040503050406030204" pitchFamily="18" charset="0"/>
                              </a:rPr>
                              <m:t>500</m:t>
                            </m:r>
                          </m:den>
                        </m:f>
                      </m:e>
                    </m:nary>
                    <m:r>
                      <a:rPr lang="es-ES" sz="15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s-ES" sz="1500" b="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s-ES" sz="1500" dirty="0" err="1"/>
                  <a:t>We</a:t>
                </a:r>
                <a:r>
                  <a:rPr lang="es-ES" sz="1500" dirty="0"/>
                  <a:t> </a:t>
                </a:r>
                <a:r>
                  <a:rPr lang="es-ES" sz="1500" dirty="0" err="1"/>
                  <a:t>calculate</a:t>
                </a:r>
                <a:r>
                  <a:rPr lang="es-ES" sz="1500" dirty="0"/>
                  <a:t> </a:t>
                </a:r>
                <a:r>
                  <a:rPr lang="es-ES" sz="1500" dirty="0" err="1"/>
                  <a:t>then</a:t>
                </a:r>
                <a:r>
                  <a:rPr lang="es-ES" sz="1500" dirty="0"/>
                  <a:t> </a:t>
                </a:r>
                <a:r>
                  <a:rPr lang="es-ES" sz="1500" dirty="0" err="1"/>
                  <a:t>the</a:t>
                </a:r>
                <a:r>
                  <a:rPr lang="es-ES" sz="1500" dirty="0"/>
                  <a:t> </a:t>
                </a:r>
                <a:r>
                  <a:rPr lang="es-ES" sz="1500" dirty="0" err="1"/>
                  <a:t>monthly</a:t>
                </a:r>
                <a:r>
                  <a:rPr lang="es-ES" sz="1500" dirty="0"/>
                  <a:t> MO </a:t>
                </a:r>
                <a:r>
                  <a:rPr lang="es-ES" sz="1500" dirty="0" err="1"/>
                  <a:t>implied</a:t>
                </a:r>
                <a:r>
                  <a:rPr lang="es-ES" sz="1500" dirty="0"/>
                  <a:t> </a:t>
                </a:r>
                <a:r>
                  <a:rPr lang="es-ES" sz="1500" dirty="0" err="1"/>
                  <a:t>exstrinsic</a:t>
                </a:r>
                <a:r>
                  <a:rPr lang="es-ES" sz="1500" dirty="0"/>
                  <a:t> </a:t>
                </a:r>
                <a:r>
                  <a:rPr lang="es-ES" sz="1500" dirty="0" err="1"/>
                  <a:t>by</a:t>
                </a:r>
                <a:r>
                  <a:rPr lang="es-ES" sz="1500" dirty="0"/>
                  <a:t>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ES" sz="1500"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s-ES" sz="1500" b="0" i="0" smtClean="0">
                        <a:latin typeface="Cambria Math" panose="02040503050406030204" pitchFamily="18" charset="0"/>
                      </a:rPr>
                      <m:t>O</m:t>
                    </m:r>
                    <m:r>
                      <m:rPr>
                        <m:sty m:val="p"/>
                      </m:rPr>
                      <a:rPr lang="es-ES" sz="1500" b="0" i="0" baseline="-25000" smtClean="0">
                        <a:latin typeface="Cambria Math" panose="02040503050406030204" pitchFamily="18" charset="0"/>
                      </a:rPr>
                      <m:t>EV</m:t>
                    </m:r>
                    <m:r>
                      <a:rPr lang="es-ES" sz="15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1500" b="0" i="1" smtClean="0">
                        <a:latin typeface="Cambria Math" panose="02040503050406030204" pitchFamily="18" charset="0"/>
                      </a:rPr>
                      <m:t>𝑉𝑚</m:t>
                    </m:r>
                    <m:r>
                      <a:rPr lang="es-ES" sz="15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ES" sz="1500" i="1">
                        <a:latin typeface="Cambria Math" panose="02040503050406030204" pitchFamily="18" charset="0"/>
                      </a:rPr>
                      <m:t>𝐼𝑚</m:t>
                    </m:r>
                  </m:oMath>
                </a14:m>
                <a:endParaRPr lang="es-ES" sz="1500" baseline="-250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s-ES" sz="1500" dirty="0" err="1"/>
                  <a:t>We</a:t>
                </a:r>
                <a:r>
                  <a:rPr lang="es-ES" sz="1500" dirty="0"/>
                  <a:t> </a:t>
                </a:r>
                <a:r>
                  <a:rPr lang="es-ES" sz="1500" dirty="0" err="1"/>
                  <a:t>calculate</a:t>
                </a:r>
                <a:r>
                  <a:rPr lang="es-ES" sz="1500" dirty="0"/>
                  <a:t> </a:t>
                </a:r>
                <a:r>
                  <a:rPr lang="es-ES" sz="1500" dirty="0" err="1"/>
                  <a:t>the</a:t>
                </a:r>
                <a:r>
                  <a:rPr lang="es-ES" sz="1500" dirty="0"/>
                  <a:t> Kirk </a:t>
                </a:r>
                <a:r>
                  <a:rPr lang="es-ES" sz="1500" dirty="0" err="1"/>
                  <a:t>option</a:t>
                </a:r>
                <a:r>
                  <a:rPr lang="es-ES" sz="1500" dirty="0"/>
                  <a:t> </a:t>
                </a:r>
                <a:r>
                  <a:rPr lang="es-ES" sz="1500" dirty="0" err="1"/>
                  <a:t>value</a:t>
                </a:r>
                <a:r>
                  <a:rPr lang="es-ES" sz="1500" dirty="0"/>
                  <a:t> (</a:t>
                </a:r>
                <a:r>
                  <a:rPr lang="es-ES" sz="1500" i="1" dirty="0" err="1"/>
                  <a:t>see</a:t>
                </a:r>
                <a:r>
                  <a:rPr lang="es-ES" sz="1500" i="1" dirty="0"/>
                  <a:t> formula in </a:t>
                </a:r>
                <a:r>
                  <a:rPr lang="es-ES" sz="1500" i="1" dirty="0" err="1"/>
                  <a:t>appendix</a:t>
                </a:r>
                <a:r>
                  <a:rPr lang="es-ES" sz="1500" i="1" dirty="0"/>
                  <a:t> 2</a:t>
                </a:r>
                <a:r>
                  <a:rPr lang="es-ES" sz="1500" dirty="0"/>
                  <a:t>)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s-ES" sz="1500" dirty="0" err="1"/>
                  <a:t>We</a:t>
                </a:r>
                <a:r>
                  <a:rPr lang="es-ES" sz="1500" dirty="0"/>
                  <a:t> </a:t>
                </a:r>
                <a:r>
                  <a:rPr lang="es-ES" sz="1500" dirty="0" err="1"/>
                  <a:t>calculate</a:t>
                </a:r>
                <a:r>
                  <a:rPr lang="es-ES" sz="1500" dirty="0"/>
                  <a:t> </a:t>
                </a:r>
                <a:r>
                  <a:rPr lang="es-ES" sz="1500" dirty="0" err="1"/>
                  <a:t>the</a:t>
                </a:r>
                <a:r>
                  <a:rPr lang="es-ES" sz="1500" dirty="0"/>
                  <a:t> </a:t>
                </a:r>
                <a:r>
                  <a:rPr lang="es-ES" sz="1500" dirty="0" err="1"/>
                  <a:t>Aligne</a:t>
                </a:r>
                <a:r>
                  <a:rPr lang="es-ES" sz="1500" dirty="0"/>
                  <a:t> </a:t>
                </a:r>
                <a:r>
                  <a:rPr lang="es-ES" sz="1500" dirty="0" err="1"/>
                  <a:t>extrinsic</a:t>
                </a:r>
                <a:r>
                  <a:rPr lang="es-ES" sz="1500" dirty="0"/>
                  <a:t> (KEV) </a:t>
                </a:r>
                <a:r>
                  <a:rPr lang="es-ES" sz="1500" dirty="0" err="1"/>
                  <a:t>detracting</a:t>
                </a:r>
                <a:r>
                  <a:rPr lang="es-ES" sz="1500" dirty="0"/>
                  <a:t> </a:t>
                </a:r>
                <a:r>
                  <a:rPr lang="es-ES" sz="1500" dirty="0" err="1"/>
                  <a:t>the</a:t>
                </a:r>
                <a:r>
                  <a:rPr lang="es-ES" sz="1500" dirty="0"/>
                  <a:t> </a:t>
                </a:r>
                <a:r>
                  <a:rPr lang="es-ES" sz="1500" dirty="0" err="1"/>
                  <a:t>Aligne</a:t>
                </a:r>
                <a:r>
                  <a:rPr lang="es-ES" sz="1500" dirty="0"/>
                  <a:t> </a:t>
                </a:r>
                <a:r>
                  <a:rPr lang="es-ES" sz="1500" dirty="0" err="1"/>
                  <a:t>intrinsic</a:t>
                </a:r>
                <a:r>
                  <a:rPr lang="es-ES" sz="1500" dirty="0"/>
                  <a:t> </a:t>
                </a:r>
                <a:r>
                  <a:rPr lang="es-ES" sz="1500" dirty="0" err="1"/>
                  <a:t>to</a:t>
                </a:r>
                <a:r>
                  <a:rPr lang="es-ES" sz="1500" dirty="0"/>
                  <a:t> </a:t>
                </a:r>
                <a:r>
                  <a:rPr lang="es-ES" sz="1500" dirty="0" err="1"/>
                  <a:t>the</a:t>
                </a:r>
                <a:r>
                  <a:rPr lang="es-ES" sz="1500" dirty="0"/>
                  <a:t> Kirk </a:t>
                </a:r>
                <a:r>
                  <a:rPr lang="es-ES" sz="1500" dirty="0" err="1"/>
                  <a:t>option</a:t>
                </a:r>
                <a:r>
                  <a:rPr lang="es-ES" sz="1500" dirty="0"/>
                  <a:t> </a:t>
                </a:r>
                <a:r>
                  <a:rPr lang="es-ES" sz="1500" dirty="0" err="1"/>
                  <a:t>value</a:t>
                </a:r>
                <a:r>
                  <a:rPr lang="es-ES" sz="1500" dirty="0"/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s-ES" sz="1500" dirty="0" err="1"/>
                  <a:t>We</a:t>
                </a:r>
                <a:r>
                  <a:rPr lang="es-ES" sz="1500" dirty="0"/>
                  <a:t> </a:t>
                </a:r>
                <a:r>
                  <a:rPr lang="es-ES" sz="1500" dirty="0" err="1"/>
                  <a:t>solve</a:t>
                </a:r>
                <a:r>
                  <a:rPr lang="es-ES" sz="1500" dirty="0"/>
                  <a:t> </a:t>
                </a:r>
                <a:r>
                  <a:rPr lang="es-ES" sz="1500" dirty="0" err="1"/>
                  <a:t>the</a:t>
                </a:r>
                <a:r>
                  <a:rPr lang="es-ES" sz="1500" dirty="0"/>
                  <a:t> </a:t>
                </a:r>
                <a:r>
                  <a:rPr lang="es-ES" sz="1500" dirty="0" err="1"/>
                  <a:t>optimization</a:t>
                </a:r>
                <a:r>
                  <a:rPr lang="es-ES" sz="1500" dirty="0"/>
                  <a:t> </a:t>
                </a:r>
                <a:r>
                  <a:rPr lang="es-ES" sz="1500" dirty="0" err="1"/>
                  <a:t>problem</a:t>
                </a:r>
                <a:r>
                  <a:rPr lang="es-ES" sz="1500" dirty="0"/>
                  <a:t> targeting</a:t>
                </a:r>
                <a14:m>
                  <m:oMath xmlns:m="http://schemas.openxmlformats.org/officeDocument/2006/math">
                    <m:r>
                      <a:rPr lang="es-ES" sz="105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 sz="1050" dirty="0"/>
                      <m:t>EV</m:t>
                    </m:r>
                    <m:r>
                      <m:rPr>
                        <m:nor/>
                      </m:rPr>
                      <a:rPr lang="es-ES" sz="1050" baseline="-25000" dirty="0"/>
                      <m:t>K</m:t>
                    </m:r>
                    <m:r>
                      <m:rPr>
                        <m:nor/>
                      </m:rPr>
                      <a:rPr lang="es-ES" sz="1050" b="0" i="0" dirty="0" smtClean="0"/>
                      <m:t>−</m:t>
                    </m:r>
                    <m:r>
                      <m:rPr>
                        <m:nor/>
                      </m:rPr>
                      <a:rPr lang="es-ES" sz="1050" dirty="0"/>
                      <m:t>EV</m:t>
                    </m:r>
                    <m:r>
                      <m:rPr>
                        <m:nor/>
                      </m:rPr>
                      <a:rPr lang="es-ES" sz="1050" baseline="-25000" dirty="0"/>
                      <m:t>MO</m:t>
                    </m:r>
                    <m:r>
                      <m:rPr>
                        <m:nor/>
                      </m:rPr>
                      <a:rPr lang="es-ES" sz="1050" dirty="0"/>
                      <m:t>=</m:t>
                    </m:r>
                  </m:oMath>
                </a14:m>
                <a:r>
                  <a:rPr lang="es-ES" sz="1050" dirty="0"/>
                  <a:t>0</a:t>
                </a:r>
                <a:r>
                  <a:rPr lang="es-ES" sz="1500" dirty="0"/>
                  <a:t>, </a:t>
                </a:r>
                <a:r>
                  <a:rPr lang="es-ES" sz="1500" dirty="0" err="1"/>
                  <a:t>changing</a:t>
                </a:r>
                <a:r>
                  <a:rPr lang="es-ES" sz="1500" dirty="0"/>
                  <a:t> </a:t>
                </a:r>
                <a:r>
                  <a:rPr lang="es-ES" sz="1500" dirty="0" err="1"/>
                  <a:t>the</a:t>
                </a:r>
                <a:r>
                  <a:rPr lang="es-ES" sz="1500" dirty="0"/>
                  <a:t> </a:t>
                </a:r>
                <a:r>
                  <a:rPr lang="es-ES" sz="1500" dirty="0" err="1"/>
                  <a:t>volatility</a:t>
                </a:r>
                <a:r>
                  <a:rPr lang="es-ES" sz="1500" dirty="0"/>
                  <a:t> factor (</a:t>
                </a:r>
                <a:r>
                  <a:rPr lang="el-GR" sz="1500" dirty="0"/>
                  <a:t>α</a:t>
                </a:r>
                <a:r>
                  <a:rPr lang="es-ES" sz="1500" dirty="0"/>
                  <a:t>):                                      </a:t>
                </a:r>
                <a:r>
                  <a:rPr lang="el-GR" sz="1400" dirty="0"/>
                  <a:t>σ</a:t>
                </a:r>
                <a:r>
                  <a:rPr lang="el-GR" sz="1400" baseline="-25000" dirty="0"/>
                  <a:t>α </a:t>
                </a:r>
                <a14:m>
                  <m:oMath xmlns:m="http://schemas.openxmlformats.org/officeDocument/2006/math">
                    <m:r>
                      <a:rPr lang="pt-BR" sz="1400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140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400" dirty="0"/>
                          <m:t>(</m:t>
                        </m:r>
                        <m:r>
                          <m:rPr>
                            <m:nor/>
                          </m:rPr>
                          <a:rPr lang="el-GR" sz="1400" dirty="0"/>
                          <m:t>ασ</m:t>
                        </m:r>
                        <m:r>
                          <m:rPr>
                            <m:nor/>
                          </m:rPr>
                          <a:rPr lang="es-ES" sz="1400" baseline="-25000" dirty="0"/>
                          <m:t>1</m:t>
                        </m:r>
                        <m:r>
                          <m:rPr>
                            <m:nor/>
                          </m:rPr>
                          <a:rPr lang="es-ES" sz="1400" dirty="0"/>
                          <m:t>)</m:t>
                        </m:r>
                        <m:r>
                          <m:rPr>
                            <m:nor/>
                          </m:rPr>
                          <a:rPr lang="es-ES" sz="1400" baseline="30000" dirty="0"/>
                          <m:t>2</m:t>
                        </m:r>
                        <m:r>
                          <a:rPr lang="pt-BR" sz="1400" i="1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s-ES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pt-BR" sz="1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l-GR" sz="1400" dirty="0"/>
                                  <m:t>ασ</m:t>
                                </m:r>
                                <m:r>
                                  <m:rPr>
                                    <m:nor/>
                                  </m:rPr>
                                  <a:rPr lang="es-ES" sz="1400" baseline="-25000" dirty="0"/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lang="es-ES" sz="1400" dirty="0"/>
                                  <m:t>F</m:t>
                                </m:r>
                                <m:r>
                                  <m:rPr>
                                    <m:nor/>
                                  </m:rPr>
                                  <a:rPr lang="es-ES" sz="1400" baseline="-25000" dirty="0"/>
                                  <m:t>2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s-ES" sz="1400" dirty="0"/>
                                  <m:t>F</m:t>
                                </m:r>
                                <m:r>
                                  <m:rPr>
                                    <m:nor/>
                                  </m:rPr>
                                  <a:rPr lang="es-ES" sz="1400" baseline="-25000" dirty="0"/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lang="es-ES" sz="1400" dirty="0"/>
                                  <m:t> + </m:t>
                                </m:r>
                                <m:r>
                                  <m:rPr>
                                    <m:nor/>
                                  </m:rPr>
                                  <a:rPr lang="es-ES" sz="1400" dirty="0"/>
                                  <m:t>X</m:t>
                                </m:r>
                              </m:den>
                            </m:f>
                          </m:e>
                        </m:d>
                        <m:r>
                          <m:rPr>
                            <m:nor/>
                          </m:rPr>
                          <a:rPr lang="es-ES" sz="1400" baseline="30000" dirty="0"/>
                          <m:t>2</m:t>
                        </m:r>
                        <m:r>
                          <a:rPr lang="es-ES" sz="1400" i="1" dirty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pt-BR" sz="1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s-ES" sz="1400" dirty="0"/>
                              <m:t>2</m:t>
                            </m:r>
                            <m:r>
                              <m:rPr>
                                <m:nor/>
                              </m:rPr>
                              <a:rPr lang="el-GR" sz="1400" dirty="0"/>
                              <m:t>ρασ</m:t>
                            </m:r>
                            <m:r>
                              <m:rPr>
                                <m:nor/>
                              </m:rPr>
                              <a:rPr lang="es-ES" sz="1400" baseline="-25000" dirty="0"/>
                              <m:t>1</m:t>
                            </m:r>
                            <m:r>
                              <m:rPr>
                                <m:nor/>
                              </m:rPr>
                              <a:rPr lang="el-GR" sz="1400" dirty="0"/>
                              <m:t>ασ</m:t>
                            </m:r>
                            <m:r>
                              <m:rPr>
                                <m:nor/>
                              </m:rPr>
                              <a:rPr lang="es-ES" sz="1400" baseline="-25000" dirty="0"/>
                              <m:t>2</m:t>
                            </m:r>
                            <m:r>
                              <m:rPr>
                                <m:nor/>
                              </m:rPr>
                              <a:rPr lang="es-ES" sz="1400" dirty="0"/>
                              <m:t>F</m:t>
                            </m:r>
                            <m:r>
                              <m:rPr>
                                <m:nor/>
                              </m:rPr>
                              <a:rPr lang="es-ES" sz="1400" baseline="-25000" dirty="0"/>
                              <m:t>2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s-ES" sz="1400" dirty="0"/>
                              <m:t>F</m:t>
                            </m:r>
                            <m:r>
                              <m:rPr>
                                <m:nor/>
                              </m:rPr>
                              <a:rPr lang="es-ES" sz="1400" baseline="-25000" dirty="0"/>
                              <m:t>2</m:t>
                            </m:r>
                            <m:r>
                              <m:rPr>
                                <m:nor/>
                              </m:rPr>
                              <a:rPr lang="es-ES" sz="1400" dirty="0"/>
                              <m:t> + </m:t>
                            </m:r>
                            <m:r>
                              <m:rPr>
                                <m:nor/>
                              </m:rPr>
                              <a:rPr lang="es-ES" sz="1400" dirty="0"/>
                              <m:t>X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US" sz="1400" dirty="0"/>
                          <m:t> </m:t>
                        </m:r>
                      </m:e>
                    </m:rad>
                    <m:r>
                      <a:rPr lang="es-ES" sz="1400" i="1" dirty="0">
                        <a:latin typeface="Cambria Math" panose="02040503050406030204" pitchFamily="18" charset="0"/>
                      </a:rPr>
                      <m:t>; </m:t>
                    </m:r>
                    <m:r>
                      <m:rPr>
                        <m:nor/>
                      </m:rPr>
                      <a:rPr lang="es-ES" sz="1400" b="0" i="0" dirty="0" smtClean="0">
                        <a:latin typeface="Cambria Math" panose="02040503050406030204" pitchFamily="18" charset="0"/>
                      </a:rPr>
                      <m:t>    </m:t>
                    </m:r>
                    <m:r>
                      <m:rPr>
                        <m:nor/>
                      </m:rPr>
                      <a:rPr lang="el-GR" sz="1400" dirty="0"/>
                      <m:t>α</m:t>
                    </m:r>
                    <m:r>
                      <m:rPr>
                        <m:nor/>
                      </m:rPr>
                      <a:rPr lang="es-ES" sz="1400" dirty="0"/>
                      <m:t>  </m:t>
                    </m:r>
                    <m:r>
                      <m:rPr>
                        <m:nor/>
                      </m:rPr>
                      <a:rPr lang="es-ES" sz="1400" dirty="0"/>
                      <m:t>s</m:t>
                    </m:r>
                    <m:r>
                      <m:rPr>
                        <m:nor/>
                      </m:rPr>
                      <a:rPr lang="es-ES" sz="1400" dirty="0"/>
                      <m:t>.</m:t>
                    </m:r>
                    <m:r>
                      <m:rPr>
                        <m:nor/>
                      </m:rPr>
                      <a:rPr lang="es-ES" sz="1400" dirty="0"/>
                      <m:t>t</m:t>
                    </m:r>
                    <m:r>
                      <m:rPr>
                        <m:nor/>
                      </m:rPr>
                      <a:rPr lang="es-ES" sz="1400" dirty="0"/>
                      <m:t>.  </m:t>
                    </m:r>
                    <m:r>
                      <m:rPr>
                        <m:nor/>
                      </m:rPr>
                      <a:rPr lang="es-ES" sz="1400" dirty="0"/>
                      <m:t>EVK</m:t>
                    </m:r>
                    <m:r>
                      <m:rPr>
                        <m:nor/>
                      </m:rPr>
                      <a:rPr lang="es-ES" sz="1400" baseline="-25000" dirty="0"/>
                      <m:t> =</m:t>
                    </m:r>
                    <m:r>
                      <m:rPr>
                        <m:nor/>
                      </m:rPr>
                      <a:rPr lang="es-ES" sz="1400" dirty="0"/>
                      <m:t>EVMO</m:t>
                    </m:r>
                  </m:oMath>
                </a14:m>
                <a:endParaRPr lang="es-ES" sz="1500" baseline="-25000" dirty="0"/>
              </a:p>
              <a:p>
                <a:pPr marL="457200" indent="-457200">
                  <a:buFont typeface="+mj-lt"/>
                  <a:buAutoNum type="arabicPeriod"/>
                </a:pPr>
                <a:endParaRPr lang="es-ES" sz="1600" dirty="0"/>
              </a:p>
              <a:p>
                <a:pPr marL="457200" indent="-457200">
                  <a:buFont typeface="+mj-lt"/>
                  <a:buAutoNum type="arabicPeriod"/>
                </a:pPr>
                <a:endParaRPr lang="es-ES" sz="1800" dirty="0"/>
              </a:p>
              <a:p>
                <a:pPr marL="457200" indent="-457200">
                  <a:buFont typeface="+mj-lt"/>
                  <a:buAutoNum type="arabicPeriod"/>
                </a:pPr>
                <a:endParaRPr lang="es-ES" sz="1800" dirty="0"/>
              </a:p>
              <a:p>
                <a:pPr marL="457200" indent="-457200">
                  <a:buFont typeface="+mj-lt"/>
                  <a:buAutoNum type="arabicPeriod"/>
                </a:pPr>
                <a:endParaRPr lang="es-ES" sz="1800" dirty="0"/>
              </a:p>
              <a:p>
                <a:pPr marL="457200" indent="-457200">
                  <a:buFont typeface="+mj-lt"/>
                  <a:buAutoNum type="arabicPeriod"/>
                </a:pPr>
                <a:endParaRPr lang="es-ES" sz="1800" dirty="0"/>
              </a:p>
              <a:p>
                <a:pPr marL="457200" indent="-457200">
                  <a:buFont typeface="+mj-lt"/>
                  <a:buAutoNum type="arabicPeriod"/>
                </a:pPr>
                <a:endParaRPr lang="es-ES" sz="1800" dirty="0"/>
              </a:p>
              <a:p>
                <a:pPr marL="457200" indent="-457200">
                  <a:buFont typeface="+mj-lt"/>
                  <a:buAutoNum type="arabicPeriod"/>
                </a:pPr>
                <a:endParaRPr lang="es-ES" dirty="0"/>
              </a:p>
            </p:txBody>
          </p:sp>
        </mc:Choice>
        <mc:Fallback xmlns="">
          <p:sp>
            <p:nvSpPr>
              <p:cNvPr id="2" name="Subtítulo 1">
                <a:extLst>
                  <a:ext uri="{FF2B5EF4-FFF2-40B4-BE49-F238E27FC236}">
                    <a16:creationId xmlns:a16="http://schemas.microsoft.com/office/drawing/2014/main" id="{12D15E0D-3FB7-81B8-DDB3-05D157363D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294201" y="1033326"/>
                <a:ext cx="8392599" cy="3076847"/>
              </a:xfrm>
              <a:blipFill>
                <a:blip r:embed="rId2"/>
                <a:stretch>
                  <a:fillRect l="-218" t="-595" r="-18882" b="-2142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ítulo 2">
            <a:extLst>
              <a:ext uri="{FF2B5EF4-FFF2-40B4-BE49-F238E27FC236}">
                <a16:creationId xmlns:a16="http://schemas.microsoft.com/office/drawing/2014/main" id="{184276A4-3BBA-5ED0-0952-1B81CFAA1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Detailed</a:t>
            </a:r>
            <a:r>
              <a:rPr lang="es-ES" dirty="0"/>
              <a:t> </a:t>
            </a:r>
            <a:r>
              <a:rPr lang="es-ES" dirty="0" err="1"/>
              <a:t>Steps</a:t>
            </a:r>
            <a:endParaRPr lang="es-ES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E2A3669-82BC-B33A-FE2D-90B5ECFC21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1843" y="4330646"/>
            <a:ext cx="1078442" cy="351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5011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AB69C1-1F78-4F19-8B63-8E7E68257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55" y="0"/>
            <a:ext cx="8229600" cy="669232"/>
          </a:xfrm>
        </p:spPr>
        <p:txBody>
          <a:bodyPr/>
          <a:lstStyle/>
          <a:p>
            <a:r>
              <a:rPr lang="en-US" b="1" dirty="0"/>
              <a:t>Appendix 1 demonstration: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Ondertitel 1">
                <a:extLst>
                  <a:ext uri="{FF2B5EF4-FFF2-40B4-BE49-F238E27FC236}">
                    <a16:creationId xmlns:a16="http://schemas.microsoft.com/office/drawing/2014/main" id="{F4992702-D5C6-9C56-D799-8BFEF4834883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256562" y="590215"/>
                <a:ext cx="8495966" cy="3558512"/>
              </a:xfrm>
            </p:spPr>
            <p:txBody>
              <a:bodyPr/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ES" sz="1600" dirty="0"/>
                  <a:t>Kirk general </a:t>
                </a:r>
                <a:r>
                  <a:rPr lang="es-ES" sz="1600" dirty="0" err="1"/>
                  <a:t>volatility</a:t>
                </a:r>
                <a:r>
                  <a:rPr lang="es-ES" sz="1600" dirty="0"/>
                  <a:t>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s-ES" sz="1600" dirty="0"/>
              </a:p>
              <a:p>
                <a:r>
                  <a:rPr lang="es-ES" sz="1600" dirty="0"/>
                  <a:t>			</a:t>
                </a:r>
                <a:r>
                  <a:rPr lang="el-GR" sz="1600" dirty="0"/>
                  <a:t> </a:t>
                </a:r>
                <a:r>
                  <a:rPr lang="el-GR" sz="1400" dirty="0"/>
                  <a:t>σ </a:t>
                </a:r>
                <a14:m>
                  <m:oMath xmlns:m="http://schemas.openxmlformats.org/officeDocument/2006/math">
                    <m:r>
                      <a:rPr lang="pt-BR" sz="140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nor/>
                          </m:rPr>
                          <a:rPr lang="en-US" sz="1400" dirty="0"/>
                          <m:t>{</m:t>
                        </m:r>
                        <m:r>
                          <m:rPr>
                            <m:nor/>
                          </m:rPr>
                          <a:rPr lang="el-GR" sz="1400" dirty="0"/>
                          <m:t>σ</m:t>
                        </m:r>
                        <m:r>
                          <m:rPr>
                            <m:nor/>
                          </m:rPr>
                          <a:rPr lang="es-ES" sz="1400" baseline="-25000" dirty="0"/>
                          <m:t>1</m:t>
                        </m:r>
                        <m:r>
                          <m:rPr>
                            <m:nor/>
                          </m:rPr>
                          <a:rPr lang="es-ES" sz="1400" baseline="30000" dirty="0"/>
                          <m:t>2</m:t>
                        </m:r>
                        <m:r>
                          <a:rPr lang="pt-BR" sz="1400" i="1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s-ES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pt-BR" sz="1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l-GR" sz="1400" dirty="0"/>
                                  <m:t>σ</m:t>
                                </m:r>
                                <m:r>
                                  <m:rPr>
                                    <m:nor/>
                                  </m:rPr>
                                  <a:rPr lang="es-ES" sz="1400" baseline="-25000" dirty="0"/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lang="es-ES" sz="1400" dirty="0"/>
                                  <m:t>F</m:t>
                                </m:r>
                                <m:r>
                                  <m:rPr>
                                    <m:nor/>
                                  </m:rPr>
                                  <a:rPr lang="es-ES" sz="1400" baseline="-25000" dirty="0"/>
                                  <m:t>2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s-ES" sz="1400" dirty="0"/>
                                  <m:t>F</m:t>
                                </m:r>
                                <m:r>
                                  <m:rPr>
                                    <m:nor/>
                                  </m:rPr>
                                  <a:rPr lang="es-ES" sz="1400" baseline="-25000" dirty="0"/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lang="es-ES" sz="1400" dirty="0"/>
                                  <m:t> + </m:t>
                                </m:r>
                                <m:r>
                                  <m:rPr>
                                    <m:nor/>
                                  </m:rPr>
                                  <a:rPr lang="es-ES" sz="1400" dirty="0"/>
                                  <m:t>X</m:t>
                                </m:r>
                              </m:den>
                            </m:f>
                          </m:e>
                        </m:d>
                        <m:r>
                          <m:rPr>
                            <m:nor/>
                          </m:rPr>
                          <a:rPr lang="es-ES" sz="1400" baseline="30000" dirty="0"/>
                          <m:t>2</m:t>
                        </m:r>
                        <m:r>
                          <a:rPr lang="es-ES" sz="1400" i="1" dirty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pt-BR" sz="1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s-ES" sz="1400" dirty="0"/>
                              <m:t>2</m:t>
                            </m:r>
                            <m:r>
                              <m:rPr>
                                <m:nor/>
                              </m:rPr>
                              <a:rPr lang="el-GR" sz="1400" dirty="0"/>
                              <m:t>ρσ</m:t>
                            </m:r>
                            <m:r>
                              <m:rPr>
                                <m:nor/>
                              </m:rPr>
                              <a:rPr lang="es-ES" sz="1400" baseline="-25000" dirty="0"/>
                              <m:t>1</m:t>
                            </m:r>
                            <m:r>
                              <m:rPr>
                                <m:nor/>
                              </m:rPr>
                              <a:rPr lang="el-GR" sz="1400" dirty="0"/>
                              <m:t>σ</m:t>
                            </m:r>
                            <m:r>
                              <m:rPr>
                                <m:nor/>
                              </m:rPr>
                              <a:rPr lang="es-ES" sz="1400" baseline="-25000" dirty="0"/>
                              <m:t>2</m:t>
                            </m:r>
                            <m:r>
                              <m:rPr>
                                <m:nor/>
                              </m:rPr>
                              <a:rPr lang="es-ES" sz="1400" dirty="0"/>
                              <m:t>F</m:t>
                            </m:r>
                            <m:r>
                              <m:rPr>
                                <m:nor/>
                              </m:rPr>
                              <a:rPr lang="es-ES" sz="1400" baseline="-25000" dirty="0"/>
                              <m:t>2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s-ES" sz="1400" dirty="0"/>
                              <m:t>F</m:t>
                            </m:r>
                            <m:r>
                              <m:rPr>
                                <m:nor/>
                              </m:rPr>
                              <a:rPr lang="es-ES" sz="1400" baseline="-25000" dirty="0"/>
                              <m:t>2</m:t>
                            </m:r>
                            <m:r>
                              <m:rPr>
                                <m:nor/>
                              </m:rPr>
                              <a:rPr lang="es-ES" sz="1400" dirty="0"/>
                              <m:t> + </m:t>
                            </m:r>
                            <m:r>
                              <m:rPr>
                                <m:nor/>
                              </m:rPr>
                              <a:rPr lang="es-ES" sz="1400" dirty="0"/>
                              <m:t>X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US" sz="1400" dirty="0"/>
                          <m:t> }</m:t>
                        </m:r>
                      </m:e>
                    </m:rad>
                    <m:r>
                      <a:rPr lang="en-US" sz="1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dirty="0"/>
                  <a:t>        </a:t>
                </a:r>
                <a:r>
                  <a:rPr lang="en-US" sz="1600" dirty="0"/>
                  <a:t>eq.1</a:t>
                </a:r>
              </a:p>
              <a:p>
                <a:endParaRPr lang="en-US" sz="1600" baseline="30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ES" sz="1600" dirty="0" err="1"/>
                  <a:t>Applying</a:t>
                </a:r>
                <a:r>
                  <a:rPr lang="es-ES" sz="1600" dirty="0"/>
                  <a:t> a factor </a:t>
                </a:r>
                <a:r>
                  <a:rPr lang="es-ES" sz="1600" dirty="0" err="1"/>
                  <a:t>to</a:t>
                </a:r>
                <a:r>
                  <a:rPr lang="es-ES" sz="1600" dirty="0"/>
                  <a:t> </a:t>
                </a:r>
                <a:r>
                  <a:rPr lang="es-ES" sz="1600" dirty="0" err="1"/>
                  <a:t>each</a:t>
                </a:r>
                <a:r>
                  <a:rPr lang="es-ES" sz="1600" dirty="0"/>
                  <a:t> </a:t>
                </a:r>
                <a:r>
                  <a:rPr lang="es-ES" sz="1600" dirty="0" err="1"/>
                  <a:t>side</a:t>
                </a:r>
                <a:r>
                  <a:rPr lang="es-ES" sz="1600" dirty="0"/>
                  <a:t>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s-ES" sz="1600" dirty="0"/>
              </a:p>
              <a:p>
                <a:r>
                  <a:rPr lang="es-ES" sz="1600" dirty="0"/>
                  <a:t>	</a:t>
                </a:r>
                <a:r>
                  <a:rPr lang="en-US" sz="1600" baseline="30000" dirty="0"/>
                  <a:t>		</a:t>
                </a:r>
                <a:r>
                  <a:rPr lang="el-GR" sz="1600" dirty="0"/>
                  <a:t> </a:t>
                </a:r>
                <a:r>
                  <a:rPr lang="el-GR" sz="1400" dirty="0"/>
                  <a:t>σ</a:t>
                </a:r>
                <a:r>
                  <a:rPr lang="el-GR" sz="1400" baseline="-25000" dirty="0"/>
                  <a:t>α </a:t>
                </a:r>
                <a14:m>
                  <m:oMath xmlns:m="http://schemas.openxmlformats.org/officeDocument/2006/math">
                    <m:r>
                      <a:rPr lang="pt-BR" sz="140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nor/>
                          </m:rPr>
                          <a:rPr lang="en-US" sz="1400" dirty="0"/>
                          <m:t>{(</m:t>
                        </m:r>
                        <m:r>
                          <m:rPr>
                            <m:nor/>
                          </m:rPr>
                          <a:rPr lang="el-GR" sz="1400" dirty="0"/>
                          <m:t>ασ</m:t>
                        </m:r>
                        <m:r>
                          <m:rPr>
                            <m:nor/>
                          </m:rPr>
                          <a:rPr lang="es-ES" sz="1400" baseline="-25000" dirty="0"/>
                          <m:t>1</m:t>
                        </m:r>
                        <m:r>
                          <m:rPr>
                            <m:nor/>
                          </m:rPr>
                          <a:rPr lang="es-ES" sz="1400" dirty="0"/>
                          <m:t>)</m:t>
                        </m:r>
                        <m:r>
                          <m:rPr>
                            <m:nor/>
                          </m:rPr>
                          <a:rPr lang="es-ES" sz="1400" baseline="30000" dirty="0"/>
                          <m:t>2</m:t>
                        </m:r>
                        <m:r>
                          <a:rPr lang="pt-BR" sz="1400" i="1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s-ES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pt-BR" sz="1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l-GR" sz="1400" dirty="0"/>
                                  <m:t>ασ</m:t>
                                </m:r>
                                <m:r>
                                  <m:rPr>
                                    <m:nor/>
                                  </m:rPr>
                                  <a:rPr lang="es-ES" sz="1400" baseline="-25000" dirty="0"/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lang="es-ES" sz="1400" dirty="0"/>
                                  <m:t>F</m:t>
                                </m:r>
                                <m:r>
                                  <m:rPr>
                                    <m:nor/>
                                  </m:rPr>
                                  <a:rPr lang="es-ES" sz="1400" baseline="-25000" dirty="0"/>
                                  <m:t>2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s-ES" sz="1400" dirty="0"/>
                                  <m:t>F</m:t>
                                </m:r>
                                <m:r>
                                  <m:rPr>
                                    <m:nor/>
                                  </m:rPr>
                                  <a:rPr lang="es-ES" sz="1400" baseline="-25000" dirty="0"/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lang="es-ES" sz="1400" dirty="0"/>
                                  <m:t> + </m:t>
                                </m:r>
                                <m:r>
                                  <m:rPr>
                                    <m:nor/>
                                  </m:rPr>
                                  <a:rPr lang="es-ES" sz="1400" dirty="0"/>
                                  <m:t>X</m:t>
                                </m:r>
                              </m:den>
                            </m:f>
                          </m:e>
                        </m:d>
                        <m:r>
                          <m:rPr>
                            <m:nor/>
                          </m:rPr>
                          <a:rPr lang="es-ES" sz="1400" baseline="30000" dirty="0"/>
                          <m:t>2</m:t>
                        </m:r>
                        <m:r>
                          <a:rPr lang="es-ES" sz="1400" i="1" dirty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pt-BR" sz="1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s-ES" sz="1400" dirty="0"/>
                              <m:t>2</m:t>
                            </m:r>
                            <m:r>
                              <m:rPr>
                                <m:nor/>
                              </m:rPr>
                              <a:rPr lang="el-GR" sz="1400" dirty="0"/>
                              <m:t>ρασ</m:t>
                            </m:r>
                            <m:r>
                              <m:rPr>
                                <m:nor/>
                              </m:rPr>
                              <a:rPr lang="es-ES" sz="1400" baseline="-25000" dirty="0"/>
                              <m:t>1</m:t>
                            </m:r>
                            <m:r>
                              <m:rPr>
                                <m:nor/>
                              </m:rPr>
                              <a:rPr lang="el-GR" sz="1400" dirty="0"/>
                              <m:t>ασ</m:t>
                            </m:r>
                            <m:r>
                              <m:rPr>
                                <m:nor/>
                              </m:rPr>
                              <a:rPr lang="es-ES" sz="1400" baseline="-25000" dirty="0"/>
                              <m:t>2</m:t>
                            </m:r>
                            <m:r>
                              <m:rPr>
                                <m:nor/>
                              </m:rPr>
                              <a:rPr lang="es-ES" sz="1400" dirty="0"/>
                              <m:t>F</m:t>
                            </m:r>
                            <m:r>
                              <m:rPr>
                                <m:nor/>
                              </m:rPr>
                              <a:rPr lang="es-ES" sz="1400" baseline="-25000" dirty="0"/>
                              <m:t>2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s-ES" sz="1400" dirty="0"/>
                              <m:t>F</m:t>
                            </m:r>
                            <m:r>
                              <m:rPr>
                                <m:nor/>
                              </m:rPr>
                              <a:rPr lang="es-ES" sz="1400" baseline="-25000" dirty="0"/>
                              <m:t>2</m:t>
                            </m:r>
                            <m:r>
                              <m:rPr>
                                <m:nor/>
                              </m:rPr>
                              <a:rPr lang="es-ES" sz="1400" dirty="0"/>
                              <m:t> + </m:t>
                            </m:r>
                            <m:r>
                              <m:rPr>
                                <m:nor/>
                              </m:rPr>
                              <a:rPr lang="es-ES" sz="1400" dirty="0"/>
                              <m:t>X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US" sz="1400" dirty="0"/>
                          <m:t> }</m:t>
                        </m:r>
                      </m:e>
                    </m:rad>
                  </m:oMath>
                </a14:m>
                <a:endParaRPr lang="en-US" sz="1400" baseline="30000" dirty="0"/>
              </a:p>
              <a:p>
                <a:endParaRPr lang="en-US" sz="1600" baseline="30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ES" sz="1600" dirty="0" err="1"/>
                  <a:t>Operating</a:t>
                </a:r>
                <a:r>
                  <a:rPr lang="es-ES" sz="1600" dirty="0"/>
                  <a:t>:	</a:t>
                </a:r>
                <a:r>
                  <a:rPr lang="en-US" sz="1600" baseline="30000" dirty="0"/>
                  <a:t>	</a:t>
                </a:r>
              </a:p>
              <a:p>
                <a:endParaRPr lang="es-ES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 baseline="30000" dirty="0"/>
              </a:p>
              <a:p>
                <a:endParaRPr lang="en-US" sz="1600" baseline="30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 baseline="30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s-ES" sz="1600" dirty="0"/>
              </a:p>
              <a:p>
                <a:endParaRPr lang="es-ES" sz="1600" dirty="0"/>
              </a:p>
              <a:p>
                <a:endParaRPr lang="en-US" sz="1600" baseline="30000" dirty="0"/>
              </a:p>
              <a:p>
                <a:endParaRPr lang="en-US" sz="1800" baseline="30000" dirty="0"/>
              </a:p>
              <a:p>
                <a:endParaRPr lang="en-US" sz="1800" baseline="30000" dirty="0"/>
              </a:p>
              <a:p>
                <a:endParaRPr lang="en-US" sz="1800" baseline="30000" dirty="0"/>
              </a:p>
              <a:p>
                <a:endParaRPr lang="en-US" sz="1800" baseline="30000" dirty="0"/>
              </a:p>
              <a:p>
                <a:endParaRPr lang="en-US" sz="1800" dirty="0"/>
              </a:p>
              <a:p>
                <a:endParaRPr lang="en-US" sz="1800" dirty="0"/>
              </a:p>
              <a:p>
                <a:br>
                  <a:rPr lang="en-US" sz="2000" dirty="0"/>
                </a:br>
                <a:r>
                  <a:rPr lang="en-US" sz="2000" dirty="0"/>
                  <a:t>	</a:t>
                </a:r>
                <a:endParaRPr lang="en-US" sz="1400" dirty="0"/>
              </a:p>
              <a:p>
                <a:br>
                  <a:rPr lang="en-US" sz="2000" dirty="0"/>
                </a:br>
                <a:r>
                  <a:rPr lang="en-US" sz="2000" dirty="0"/>
                  <a:t> </a:t>
                </a:r>
              </a:p>
            </p:txBody>
          </p:sp>
        </mc:Choice>
        <mc:Fallback xmlns="">
          <p:sp>
            <p:nvSpPr>
              <p:cNvPr id="2" name="Ondertitel 1">
                <a:extLst>
                  <a:ext uri="{FF2B5EF4-FFF2-40B4-BE49-F238E27FC236}">
                    <a16:creationId xmlns:a16="http://schemas.microsoft.com/office/drawing/2014/main" id="{F4992702-D5C6-9C56-D799-8BFEF48348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256562" y="590215"/>
                <a:ext cx="8495966" cy="3558512"/>
              </a:xfrm>
              <a:blipFill>
                <a:blip r:embed="rId2"/>
                <a:stretch>
                  <a:fillRect l="-287" t="-514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9A426445-E37F-DAE6-F510-7FAD0F5B3397}"/>
                  </a:ext>
                </a:extLst>
              </p:cNvPr>
              <p:cNvSpPr txBox="1"/>
              <p:nvPr/>
            </p:nvSpPr>
            <p:spPr>
              <a:xfrm>
                <a:off x="1243027" y="3484918"/>
                <a:ext cx="4690194" cy="5307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l-GR" sz="1400" dirty="0"/>
                  <a:t>σ</a:t>
                </a:r>
                <a:r>
                  <a:rPr lang="el-GR" sz="1400" baseline="-25000" dirty="0"/>
                  <a:t>α </a:t>
                </a:r>
                <a14:m>
                  <m:oMath xmlns:m="http://schemas.openxmlformats.org/officeDocument/2006/math">
                    <m:r>
                      <a:rPr lang="pt-BR" sz="140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nor/>
                          </m:rPr>
                          <a:rPr lang="en-US" sz="1400" dirty="0"/>
                          <m:t>{</m:t>
                        </m:r>
                        <m:r>
                          <m:rPr>
                            <m:nor/>
                          </m:rPr>
                          <a:rPr lang="el-GR" sz="1400" dirty="0"/>
                          <m:t>α</m:t>
                        </m:r>
                        <m:r>
                          <m:rPr>
                            <m:nor/>
                          </m:rPr>
                          <a:rPr lang="es-ES" sz="1400" baseline="30000" dirty="0"/>
                          <m:t>2 </m:t>
                        </m:r>
                        <m:r>
                          <m:rPr>
                            <m:nor/>
                          </m:rPr>
                          <a:rPr lang="el-GR" sz="1400" dirty="0"/>
                          <m:t>σ</m:t>
                        </m:r>
                        <m:r>
                          <m:rPr>
                            <m:nor/>
                          </m:rPr>
                          <a:rPr lang="es-ES" sz="1400" baseline="-25000" dirty="0"/>
                          <m:t>1</m:t>
                        </m:r>
                        <m:r>
                          <m:rPr>
                            <m:nor/>
                          </m:rPr>
                          <a:rPr lang="es-ES" sz="1400" baseline="30000" dirty="0"/>
                          <m:t>2</m:t>
                        </m:r>
                        <m:r>
                          <a:rPr lang="pt-BR" sz="1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l-GR" sz="1400" dirty="0"/>
                          <m:t>α</m:t>
                        </m:r>
                        <m:r>
                          <a:rPr lang="es-ES" sz="1400" i="1" baseline="30000" dirty="0"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ctrlPr>
                              <a:rPr lang="es-ES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pt-BR" sz="1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l-GR" sz="1400" dirty="0"/>
                                  <m:t>ασ</m:t>
                                </m:r>
                                <m:r>
                                  <m:rPr>
                                    <m:nor/>
                                  </m:rPr>
                                  <a:rPr lang="es-ES" sz="1400" baseline="-25000" dirty="0"/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lang="es-ES" sz="1400" dirty="0"/>
                                  <m:t>F</m:t>
                                </m:r>
                                <m:r>
                                  <m:rPr>
                                    <m:nor/>
                                  </m:rPr>
                                  <a:rPr lang="es-ES" sz="1400" baseline="-25000" dirty="0"/>
                                  <m:t>2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s-ES" sz="1400" dirty="0"/>
                                  <m:t>F</m:t>
                                </m:r>
                                <m:r>
                                  <m:rPr>
                                    <m:nor/>
                                  </m:rPr>
                                  <a:rPr lang="es-ES" sz="1400" baseline="-25000" dirty="0"/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lang="es-ES" sz="1400" dirty="0"/>
                                  <m:t> + </m:t>
                                </m:r>
                                <m:r>
                                  <m:rPr>
                                    <m:nor/>
                                  </m:rPr>
                                  <a:rPr lang="es-ES" sz="1400" dirty="0"/>
                                  <m:t>X</m:t>
                                </m:r>
                              </m:den>
                            </m:f>
                          </m:e>
                        </m:d>
                        <m:r>
                          <a:rPr lang="es-ES" sz="1400" b="0" i="1" baseline="30000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s-ES" sz="140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l-GR" sz="1400" dirty="0"/>
                          <m:t>α</m:t>
                        </m:r>
                        <m:r>
                          <a:rPr lang="es-ES" sz="1400" i="1" baseline="30000" dirty="0">
                            <a:latin typeface="Cambria Math" panose="02040503050406030204" pitchFamily="18" charset="0"/>
                          </a:rPr>
                          <m:t>2</m:t>
                        </m:r>
                        <m:f>
                          <m:fPr>
                            <m:ctrlPr>
                              <a:rPr lang="pt-BR" sz="1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s-ES" sz="1400" dirty="0"/>
                              <m:t>2</m:t>
                            </m:r>
                            <m:r>
                              <m:rPr>
                                <m:nor/>
                              </m:rPr>
                              <a:rPr lang="el-GR" sz="1400" dirty="0"/>
                              <m:t>ρσ</m:t>
                            </m:r>
                            <m:r>
                              <m:rPr>
                                <m:nor/>
                              </m:rPr>
                              <a:rPr lang="es-ES" sz="1400" baseline="-25000" dirty="0"/>
                              <m:t>1</m:t>
                            </m:r>
                            <m:r>
                              <m:rPr>
                                <m:nor/>
                              </m:rPr>
                              <a:rPr lang="el-GR" sz="1400" dirty="0"/>
                              <m:t>σ</m:t>
                            </m:r>
                            <m:r>
                              <m:rPr>
                                <m:nor/>
                              </m:rPr>
                              <a:rPr lang="es-ES" sz="1400" baseline="-25000" dirty="0"/>
                              <m:t>2</m:t>
                            </m:r>
                            <m:r>
                              <m:rPr>
                                <m:nor/>
                              </m:rPr>
                              <a:rPr lang="es-ES" sz="1400" dirty="0"/>
                              <m:t>F</m:t>
                            </m:r>
                            <m:r>
                              <m:rPr>
                                <m:nor/>
                              </m:rPr>
                              <a:rPr lang="es-ES" sz="1400" baseline="-25000" dirty="0"/>
                              <m:t>2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s-ES" sz="1400" dirty="0"/>
                              <m:t>F</m:t>
                            </m:r>
                            <m:r>
                              <m:rPr>
                                <m:nor/>
                              </m:rPr>
                              <a:rPr lang="es-ES" sz="1400" baseline="-25000" dirty="0"/>
                              <m:t>2</m:t>
                            </m:r>
                            <m:r>
                              <m:rPr>
                                <m:nor/>
                              </m:rPr>
                              <a:rPr lang="es-ES" sz="1400" dirty="0"/>
                              <m:t> + </m:t>
                            </m:r>
                            <m:r>
                              <m:rPr>
                                <m:nor/>
                              </m:rPr>
                              <a:rPr lang="es-ES" sz="1400" dirty="0"/>
                              <m:t>X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US" sz="1400" dirty="0"/>
                          <m:t> }</m:t>
                        </m:r>
                      </m:e>
                    </m:rad>
                  </m:oMath>
                </a14:m>
                <a:r>
                  <a:rPr lang="es-ES" sz="1400" dirty="0"/>
                  <a:t>    →</a:t>
                </a:r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9A426445-E37F-DAE6-F510-7FAD0F5B33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3027" y="3484918"/>
                <a:ext cx="4690194" cy="530723"/>
              </a:xfrm>
              <a:prstGeom prst="rect">
                <a:avLst/>
              </a:prstGeom>
              <a:blipFill>
                <a:blip r:embed="rId3"/>
                <a:stretch>
                  <a:fillRect l="-39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616C0CC6-2163-8230-FBA1-EE05CC26B506}"/>
                  </a:ext>
                </a:extLst>
              </p:cNvPr>
              <p:cNvSpPr txBox="1"/>
              <p:nvPr/>
            </p:nvSpPr>
            <p:spPr>
              <a:xfrm>
                <a:off x="5081666" y="3484918"/>
                <a:ext cx="4572000" cy="5307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l-GR" sz="1400" dirty="0"/>
                  <a:t>σ</a:t>
                </a:r>
                <a:r>
                  <a:rPr lang="el-GR" sz="1400" baseline="-25000" dirty="0"/>
                  <a:t>α </a:t>
                </a:r>
                <a14:m>
                  <m:oMath xmlns:m="http://schemas.openxmlformats.org/officeDocument/2006/math">
                    <m:r>
                      <a:rPr lang="pt-BR" sz="140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nor/>
                          </m:rPr>
                          <a:rPr lang="el-GR" sz="1400" dirty="0"/>
                          <m:t>α</m:t>
                        </m:r>
                        <m:r>
                          <m:rPr>
                            <m:nor/>
                          </m:rPr>
                          <a:rPr lang="es-ES" sz="1400" baseline="30000" dirty="0"/>
                          <m:t>2</m:t>
                        </m:r>
                        <m:r>
                          <m:rPr>
                            <m:nor/>
                          </m:rPr>
                          <a:rPr lang="en-US" sz="1400" dirty="0"/>
                          <m:t>{</m:t>
                        </m:r>
                        <m:r>
                          <m:rPr>
                            <m:nor/>
                          </m:rPr>
                          <a:rPr lang="el-GR" sz="1400" dirty="0"/>
                          <m:t>σ</m:t>
                        </m:r>
                        <m:r>
                          <m:rPr>
                            <m:nor/>
                          </m:rPr>
                          <a:rPr lang="es-ES" sz="1400" baseline="-25000" dirty="0"/>
                          <m:t>1</m:t>
                        </m:r>
                        <m:r>
                          <m:rPr>
                            <m:nor/>
                          </m:rPr>
                          <a:rPr lang="es-ES" sz="1400" baseline="30000" dirty="0"/>
                          <m:t>2</m:t>
                        </m:r>
                        <m:r>
                          <a:rPr lang="pt-BR" sz="1400" i="1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s-ES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pt-BR" sz="1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l-GR" sz="1400" dirty="0"/>
                                  <m:t>σ</m:t>
                                </m:r>
                                <m:r>
                                  <m:rPr>
                                    <m:nor/>
                                  </m:rPr>
                                  <a:rPr lang="es-ES" sz="1400" baseline="-25000" dirty="0"/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lang="es-ES" sz="1400" dirty="0"/>
                                  <m:t>F</m:t>
                                </m:r>
                                <m:r>
                                  <m:rPr>
                                    <m:nor/>
                                  </m:rPr>
                                  <a:rPr lang="es-ES" sz="1400" baseline="-25000" dirty="0"/>
                                  <m:t>2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s-ES" sz="1400" dirty="0"/>
                                  <m:t>F</m:t>
                                </m:r>
                                <m:r>
                                  <m:rPr>
                                    <m:nor/>
                                  </m:rPr>
                                  <a:rPr lang="es-ES" sz="1400" baseline="-25000" dirty="0"/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lang="es-ES" sz="1400" dirty="0"/>
                                  <m:t> + </m:t>
                                </m:r>
                                <m:r>
                                  <m:rPr>
                                    <m:nor/>
                                  </m:rPr>
                                  <a:rPr lang="es-ES" sz="1400" dirty="0"/>
                                  <m:t>X</m:t>
                                </m:r>
                              </m:den>
                            </m:f>
                          </m:e>
                        </m:d>
                        <m:r>
                          <a:rPr lang="es-ES" sz="1400" b="0" i="1" baseline="30000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s-ES" sz="1400" i="1" dirty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pt-BR" sz="1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s-ES" sz="1400" dirty="0"/>
                              <m:t>2</m:t>
                            </m:r>
                            <m:r>
                              <m:rPr>
                                <m:nor/>
                              </m:rPr>
                              <a:rPr lang="el-GR" sz="1400" dirty="0"/>
                              <m:t>ρσ</m:t>
                            </m:r>
                            <m:r>
                              <m:rPr>
                                <m:nor/>
                              </m:rPr>
                              <a:rPr lang="es-ES" sz="1400" baseline="-25000" dirty="0"/>
                              <m:t>1</m:t>
                            </m:r>
                            <m:r>
                              <m:rPr>
                                <m:nor/>
                              </m:rPr>
                              <a:rPr lang="el-GR" sz="1400" dirty="0"/>
                              <m:t>σ</m:t>
                            </m:r>
                            <m:r>
                              <m:rPr>
                                <m:nor/>
                              </m:rPr>
                              <a:rPr lang="es-ES" sz="1400" baseline="-25000" dirty="0"/>
                              <m:t>2</m:t>
                            </m:r>
                            <m:r>
                              <m:rPr>
                                <m:nor/>
                              </m:rPr>
                              <a:rPr lang="es-ES" sz="1400" dirty="0"/>
                              <m:t>F</m:t>
                            </m:r>
                            <m:r>
                              <m:rPr>
                                <m:nor/>
                              </m:rPr>
                              <a:rPr lang="es-ES" sz="1400" baseline="-25000" dirty="0"/>
                              <m:t>2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s-ES" sz="1400" dirty="0"/>
                              <m:t>F</m:t>
                            </m:r>
                            <m:r>
                              <m:rPr>
                                <m:nor/>
                              </m:rPr>
                              <a:rPr lang="es-ES" sz="1400" baseline="-25000" dirty="0"/>
                              <m:t>2</m:t>
                            </m:r>
                            <m:r>
                              <m:rPr>
                                <m:nor/>
                              </m:rPr>
                              <a:rPr lang="es-ES" sz="1400" dirty="0"/>
                              <m:t> + </m:t>
                            </m:r>
                            <m:r>
                              <m:rPr>
                                <m:nor/>
                              </m:rPr>
                              <a:rPr lang="es-ES" sz="1400" dirty="0"/>
                              <m:t>X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US" sz="1400" dirty="0"/>
                          <m:t> }</m:t>
                        </m:r>
                        <m:r>
                          <a:rPr lang="es-ES" sz="140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rad>
                  </m:oMath>
                </a14:m>
                <a:r>
                  <a:rPr lang="es-ES" sz="1400" dirty="0"/>
                  <a:t> →</a:t>
                </a:r>
              </a:p>
            </p:txBody>
          </p:sp>
        </mc:Choice>
        <mc:Fallback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616C0CC6-2163-8230-FBA1-EE05CC26B5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1666" y="3484918"/>
                <a:ext cx="4572000" cy="530723"/>
              </a:xfrm>
              <a:prstGeom prst="rect">
                <a:avLst/>
              </a:prstGeom>
              <a:blipFill>
                <a:blip r:embed="rId4"/>
                <a:stretch>
                  <a:fillRect l="-4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7C8F099A-F2BD-0E50-3B83-5835C26C5C0D}"/>
                  </a:ext>
                </a:extLst>
              </p:cNvPr>
              <p:cNvSpPr txBox="1"/>
              <p:nvPr/>
            </p:nvSpPr>
            <p:spPr>
              <a:xfrm>
                <a:off x="1243027" y="4147062"/>
                <a:ext cx="7412636" cy="5307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ES" sz="1400" dirty="0"/>
                  <a:t>→   </a:t>
                </a:r>
                <a:r>
                  <a:rPr lang="el-GR" sz="1400" dirty="0"/>
                  <a:t>σ</a:t>
                </a:r>
                <a:r>
                  <a:rPr lang="el-GR" sz="1400" baseline="-25000" dirty="0"/>
                  <a:t>α </a:t>
                </a:r>
                <a14:m>
                  <m:oMath xmlns:m="http://schemas.openxmlformats.org/officeDocument/2006/math">
                    <m:r>
                      <a:rPr lang="pt-BR" sz="14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l-GR" sz="1400" dirty="0"/>
                      <m:t>α</m:t>
                    </m:r>
                    <m:rad>
                      <m:radPr>
                        <m:degHide m:val="on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l-GR" sz="140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400" dirty="0"/>
                          <m:t>{</m:t>
                        </m:r>
                        <m:r>
                          <m:rPr>
                            <m:nor/>
                          </m:rPr>
                          <a:rPr lang="el-GR" sz="1400" dirty="0"/>
                          <m:t>σ</m:t>
                        </m:r>
                        <m:r>
                          <m:rPr>
                            <m:nor/>
                          </m:rPr>
                          <a:rPr lang="es-ES" sz="1400" baseline="-25000" dirty="0"/>
                          <m:t>1</m:t>
                        </m:r>
                        <m:r>
                          <m:rPr>
                            <m:nor/>
                          </m:rPr>
                          <a:rPr lang="es-ES" sz="1400" baseline="30000" dirty="0"/>
                          <m:t>2</m:t>
                        </m:r>
                        <m:r>
                          <a:rPr lang="pt-BR" sz="1400" i="1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s-ES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pt-BR" sz="1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l-GR" sz="1400" dirty="0"/>
                                  <m:t>σ</m:t>
                                </m:r>
                                <m:r>
                                  <m:rPr>
                                    <m:nor/>
                                  </m:rPr>
                                  <a:rPr lang="es-ES" sz="1400" baseline="-25000" dirty="0"/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lang="es-ES" sz="1400" dirty="0"/>
                                  <m:t>F</m:t>
                                </m:r>
                                <m:r>
                                  <m:rPr>
                                    <m:nor/>
                                  </m:rPr>
                                  <a:rPr lang="es-ES" sz="1400" baseline="-25000" dirty="0"/>
                                  <m:t>2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s-ES" sz="1400" dirty="0"/>
                                  <m:t>F</m:t>
                                </m:r>
                                <m:r>
                                  <m:rPr>
                                    <m:nor/>
                                  </m:rPr>
                                  <a:rPr lang="es-ES" sz="1400" baseline="-25000" dirty="0"/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lang="es-ES" sz="1400" dirty="0"/>
                                  <m:t> + </m:t>
                                </m:r>
                                <m:r>
                                  <m:rPr>
                                    <m:nor/>
                                  </m:rPr>
                                  <a:rPr lang="es-ES" sz="1400" dirty="0"/>
                                  <m:t>X</m:t>
                                </m:r>
                              </m:den>
                            </m:f>
                          </m:e>
                        </m:d>
                        <m:r>
                          <a:rPr lang="es-ES" sz="1400" b="0" i="1" baseline="30000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s-ES" sz="1400" i="1" dirty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pt-BR" sz="1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s-ES" sz="1400" dirty="0"/>
                              <m:t>2</m:t>
                            </m:r>
                            <m:r>
                              <m:rPr>
                                <m:nor/>
                              </m:rPr>
                              <a:rPr lang="el-GR" sz="1400" dirty="0"/>
                              <m:t>ρσ</m:t>
                            </m:r>
                            <m:r>
                              <m:rPr>
                                <m:nor/>
                              </m:rPr>
                              <a:rPr lang="es-ES" sz="1400" baseline="-25000" dirty="0"/>
                              <m:t>1</m:t>
                            </m:r>
                            <m:r>
                              <m:rPr>
                                <m:nor/>
                              </m:rPr>
                              <a:rPr lang="el-GR" sz="1400" dirty="0"/>
                              <m:t>σ</m:t>
                            </m:r>
                            <m:r>
                              <m:rPr>
                                <m:nor/>
                              </m:rPr>
                              <a:rPr lang="es-ES" sz="1400" baseline="-25000" dirty="0" smtClean="0"/>
                              <m:t>2</m:t>
                            </m:r>
                            <m:r>
                              <m:rPr>
                                <m:nor/>
                              </m:rPr>
                              <a:rPr lang="es-ES" sz="1400" dirty="0" smtClean="0"/>
                              <m:t>F</m:t>
                            </m:r>
                            <m:r>
                              <m:rPr>
                                <m:nor/>
                              </m:rPr>
                              <a:rPr lang="es-ES" sz="1400" baseline="-25000" dirty="0" smtClean="0"/>
                              <m:t>2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s-ES" sz="1400" dirty="0"/>
                              <m:t>F</m:t>
                            </m:r>
                            <m:r>
                              <m:rPr>
                                <m:nor/>
                              </m:rPr>
                              <a:rPr lang="es-ES" sz="1400" baseline="-25000" dirty="0"/>
                              <m:t>2</m:t>
                            </m:r>
                            <m:r>
                              <m:rPr>
                                <m:nor/>
                              </m:rPr>
                              <a:rPr lang="es-ES" sz="1400" dirty="0"/>
                              <m:t> + </m:t>
                            </m:r>
                            <m:r>
                              <m:rPr>
                                <m:nor/>
                              </m:rPr>
                              <a:rPr lang="es-ES" sz="1400" dirty="0"/>
                              <m:t>X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US" sz="1400" dirty="0"/>
                          <m:t> }</m:t>
                        </m:r>
                      </m:e>
                    </m:rad>
                  </m:oMath>
                </a14:m>
                <a:r>
                  <a:rPr lang="es-ES" sz="1400" dirty="0"/>
                  <a:t>    →   eq.1    →</a:t>
                </a:r>
                <a:r>
                  <a:rPr lang="es-ES" sz="1600" dirty="0"/>
                  <a:t>         </a:t>
                </a:r>
                <a:r>
                  <a:rPr lang="el-GR" sz="1600" b="1" dirty="0"/>
                  <a:t>σ</a:t>
                </a:r>
                <a:r>
                  <a:rPr lang="el-GR" sz="1600" b="1" baseline="-25000" dirty="0"/>
                  <a:t>α </a:t>
                </a:r>
                <a14:m>
                  <m:oMath xmlns:m="http://schemas.openxmlformats.org/officeDocument/2006/math">
                    <m:r>
                      <a:rPr lang="pt-BR" sz="1600" b="1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l-GR" sz="1600" b="1" dirty="0"/>
                      <m:t>ασ</m:t>
                    </m:r>
                  </m:oMath>
                </a14:m>
                <a:endParaRPr lang="es-ES" sz="1600" b="1" dirty="0"/>
              </a:p>
            </p:txBody>
          </p:sp>
        </mc:Choice>
        <mc:Fallback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7C8F099A-F2BD-0E50-3B83-5835C26C5C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3027" y="4147062"/>
                <a:ext cx="7412636" cy="530723"/>
              </a:xfrm>
              <a:prstGeom prst="rect">
                <a:avLst/>
              </a:prstGeom>
              <a:blipFill>
                <a:blip r:embed="rId5"/>
                <a:stretch>
                  <a:fillRect l="-247" b="-114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7669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ndertitel 1"/>
          <p:cNvSpPr>
            <a:spLocks noGrp="1"/>
          </p:cNvSpPr>
          <p:nvPr>
            <p:ph type="subTitle" idx="1"/>
          </p:nvPr>
        </p:nvSpPr>
        <p:spPr>
          <a:xfrm>
            <a:off x="254442" y="778896"/>
            <a:ext cx="8698727" cy="3785152"/>
          </a:xfrm>
        </p:spPr>
        <p:txBody>
          <a:bodyPr/>
          <a:lstStyle/>
          <a:p>
            <a:r>
              <a:rPr lang="en-US" sz="1800" baseline="30000" dirty="0"/>
              <a:t>Kirk approximation for spread options:</a:t>
            </a:r>
          </a:p>
          <a:p>
            <a:endParaRPr lang="en-US" sz="1800" baseline="30000" dirty="0"/>
          </a:p>
          <a:p>
            <a:endParaRPr lang="en-US" sz="1800" baseline="30000" dirty="0"/>
          </a:p>
          <a:p>
            <a:endParaRPr lang="en-US" sz="1800" baseline="30000" dirty="0"/>
          </a:p>
          <a:p>
            <a:endParaRPr lang="en-US" sz="1800" baseline="30000" dirty="0"/>
          </a:p>
          <a:p>
            <a:endParaRPr lang="en-US" sz="1800" baseline="30000" dirty="0"/>
          </a:p>
          <a:p>
            <a:endParaRPr lang="en-US" sz="1800" baseline="30000" dirty="0"/>
          </a:p>
          <a:p>
            <a:endParaRPr lang="en-US" sz="1800" dirty="0"/>
          </a:p>
          <a:p>
            <a:endParaRPr lang="en-US" sz="1800" dirty="0"/>
          </a:p>
          <a:p>
            <a:br>
              <a:rPr lang="en-US" sz="2000" dirty="0"/>
            </a:br>
            <a:r>
              <a:rPr lang="en-US" sz="2000" dirty="0"/>
              <a:t>	</a:t>
            </a:r>
            <a:endParaRPr lang="en-US" sz="1400" dirty="0"/>
          </a:p>
          <a:p>
            <a:br>
              <a:rPr lang="en-US" sz="2000" dirty="0"/>
            </a:br>
            <a:r>
              <a:rPr lang="en-US" sz="2000" dirty="0"/>
              <a:t> 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99391" y="109664"/>
            <a:ext cx="7024977" cy="669232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400" b="1" dirty="0" err="1"/>
              <a:t>Appenix</a:t>
            </a:r>
            <a:r>
              <a:rPr lang="en-US" sz="2400" b="1" dirty="0"/>
              <a:t> 2: Kirk Approximation</a:t>
            </a:r>
            <a:endParaRPr lang="nl-NL" sz="2400" b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E94D353-A9C1-9B3C-F221-5D8F573B18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361" y="1045926"/>
            <a:ext cx="3539934" cy="3696363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A6E3D77C-FD6C-72EE-B885-E2C9DF5813DC}"/>
              </a:ext>
            </a:extLst>
          </p:cNvPr>
          <p:cNvSpPr txBox="1"/>
          <p:nvPr/>
        </p:nvSpPr>
        <p:spPr>
          <a:xfrm>
            <a:off x="4198289" y="1168842"/>
            <a:ext cx="46153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Source</a:t>
            </a:r>
            <a:r>
              <a:rPr lang="es-ES" dirty="0"/>
              <a:t>: </a:t>
            </a:r>
            <a:r>
              <a:rPr lang="es-ES" dirty="0" err="1">
                <a:hlinkClick r:id="rId3"/>
              </a:rPr>
              <a:t>Kirk’s</a:t>
            </a:r>
            <a:r>
              <a:rPr lang="es-ES" dirty="0">
                <a:hlinkClick r:id="rId3"/>
              </a:rPr>
              <a:t> </a:t>
            </a:r>
            <a:r>
              <a:rPr lang="es-ES" dirty="0" err="1">
                <a:hlinkClick r:id="rId3"/>
              </a:rPr>
              <a:t>Approximation</a:t>
            </a:r>
            <a:r>
              <a:rPr lang="es-ES" dirty="0">
                <a:hlinkClick r:id="rId3"/>
              </a:rPr>
              <a:t> (cqg.com)</a:t>
            </a:r>
            <a:endParaRPr lang="es-ES" dirty="0"/>
          </a:p>
          <a:p>
            <a:endParaRPr lang="es-ES" dirty="0"/>
          </a:p>
          <a:p>
            <a:r>
              <a:rPr lang="es-ES" i="1" dirty="0"/>
              <a:t>Note: X – Strike (in </a:t>
            </a:r>
            <a:r>
              <a:rPr lang="es-ES" i="1" dirty="0" err="1"/>
              <a:t>this</a:t>
            </a:r>
            <a:r>
              <a:rPr lang="es-ES" i="1" dirty="0"/>
              <a:t> case 0)</a:t>
            </a:r>
          </a:p>
        </p:txBody>
      </p:sp>
    </p:spTree>
    <p:extLst>
      <p:ext uri="{BB962C8B-B14F-4D97-AF65-F5344CB8AC3E}">
        <p14:creationId xmlns:p14="http://schemas.microsoft.com/office/powerpoint/2010/main" val="1090852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Ondertitel 1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457202" y="997585"/>
                <a:ext cx="8615235" cy="3789100"/>
              </a:xfrm>
            </p:spPr>
            <p:txBody>
              <a:bodyPr/>
              <a:lstStyle/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US" sz="2000" dirty="0"/>
                  <a:t>For location spread we apply the </a:t>
                </a:r>
                <a:r>
                  <a:rPr lang="en-US" sz="2000"/>
                  <a:t>same methodology</a:t>
                </a:r>
                <a:r>
                  <a:rPr lang="en-US" sz="2000" dirty="0"/>
                  <a:t>.</a:t>
                </a: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US" sz="2000" dirty="0"/>
                  <a:t>The target, instead of the MO extrinsic, is the LSM extrinsic, changing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sz="2000" dirty="0" smtClean="0"/>
                      <m:t>α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US" sz="2000" dirty="0"/>
                  <a:t> The optimization problem would be then:</a:t>
                </a:r>
              </a:p>
              <a:p>
                <a:r>
                  <a:rPr lang="en-US" sz="2000" dirty="0"/>
                  <a:t>	</a:t>
                </a:r>
                <a:r>
                  <a:rPr lang="el-GR" sz="2000" dirty="0"/>
                  <a:t>σ</a:t>
                </a:r>
                <a:r>
                  <a:rPr lang="el-GR" sz="2000" baseline="-25000" dirty="0"/>
                  <a:t>α </a:t>
                </a:r>
                <a14:m>
                  <m:oMath xmlns:m="http://schemas.openxmlformats.org/officeDocument/2006/math">
                    <m:r>
                      <a:rPr lang="pt-BR" sz="2000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000" dirty="0"/>
                          <m:t>(</m:t>
                        </m:r>
                        <m:r>
                          <m:rPr>
                            <m:nor/>
                          </m:rPr>
                          <a:rPr lang="el-GR" sz="2000" dirty="0"/>
                          <m:t>ασ</m:t>
                        </m:r>
                        <m:r>
                          <m:rPr>
                            <m:nor/>
                          </m:rPr>
                          <a:rPr lang="es-ES" sz="2000" baseline="-25000" dirty="0"/>
                          <m:t>1</m:t>
                        </m:r>
                        <m:r>
                          <m:rPr>
                            <m:nor/>
                          </m:rPr>
                          <a:rPr lang="es-ES" sz="2000" dirty="0"/>
                          <m:t>)</m:t>
                        </m:r>
                        <m:r>
                          <m:rPr>
                            <m:nor/>
                          </m:rPr>
                          <a:rPr lang="es-ES" sz="2000" baseline="30000" dirty="0"/>
                          <m:t>2</m:t>
                        </m:r>
                        <m:r>
                          <a:rPr lang="pt-BR" sz="2000" i="1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s-E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pt-BR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l-GR" sz="2000" dirty="0"/>
                                  <m:t>ασ</m:t>
                                </m:r>
                                <m:r>
                                  <m:rPr>
                                    <m:nor/>
                                  </m:rPr>
                                  <a:rPr lang="es-ES" sz="2000" baseline="-25000" dirty="0"/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lang="es-ES" sz="2000" dirty="0"/>
                                  <m:t>F</m:t>
                                </m:r>
                                <m:r>
                                  <m:rPr>
                                    <m:nor/>
                                  </m:rPr>
                                  <a:rPr lang="es-ES" sz="2000" baseline="-25000" dirty="0"/>
                                  <m:t>2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s-ES" sz="2000" dirty="0"/>
                                  <m:t>F</m:t>
                                </m:r>
                                <m:r>
                                  <m:rPr>
                                    <m:nor/>
                                  </m:rPr>
                                  <a:rPr lang="es-ES" sz="2000" baseline="-25000" dirty="0"/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lang="es-ES" sz="2000" dirty="0"/>
                                  <m:t> + </m:t>
                                </m:r>
                                <m:r>
                                  <m:rPr>
                                    <m:nor/>
                                  </m:rPr>
                                  <a:rPr lang="es-ES" sz="2000" dirty="0"/>
                                  <m:t>X</m:t>
                                </m:r>
                              </m:den>
                            </m:f>
                          </m:e>
                        </m:d>
                        <m:r>
                          <m:rPr>
                            <m:nor/>
                          </m:rPr>
                          <a:rPr lang="es-ES" sz="2000" baseline="30000" dirty="0"/>
                          <m:t>2</m:t>
                        </m:r>
                        <m:r>
                          <a:rPr lang="es-ES" sz="2000" i="1" dirty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pt-BR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s-ES" sz="2000" dirty="0"/>
                              <m:t>2</m:t>
                            </m:r>
                            <m:r>
                              <m:rPr>
                                <m:nor/>
                              </m:rPr>
                              <a:rPr lang="el-GR" sz="2000" dirty="0"/>
                              <m:t>ρασ</m:t>
                            </m:r>
                            <m:r>
                              <m:rPr>
                                <m:nor/>
                              </m:rPr>
                              <a:rPr lang="es-ES" sz="2000" baseline="-25000" dirty="0"/>
                              <m:t>1</m:t>
                            </m:r>
                            <m:r>
                              <m:rPr>
                                <m:nor/>
                              </m:rPr>
                              <a:rPr lang="el-GR" sz="2000" dirty="0"/>
                              <m:t>ασ</m:t>
                            </m:r>
                            <m:r>
                              <m:rPr>
                                <m:nor/>
                              </m:rPr>
                              <a:rPr lang="es-ES" sz="2000" baseline="-25000" dirty="0"/>
                              <m:t>2</m:t>
                            </m:r>
                            <m:r>
                              <m:rPr>
                                <m:nor/>
                              </m:rPr>
                              <a:rPr lang="es-ES" sz="2000" dirty="0"/>
                              <m:t>F</m:t>
                            </m:r>
                            <m:r>
                              <m:rPr>
                                <m:nor/>
                              </m:rPr>
                              <a:rPr lang="es-ES" sz="2000" baseline="-25000" dirty="0"/>
                              <m:t>2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s-ES" sz="2000" dirty="0"/>
                              <m:t>F</m:t>
                            </m:r>
                            <m:r>
                              <m:rPr>
                                <m:nor/>
                              </m:rPr>
                              <a:rPr lang="es-ES" sz="2000" baseline="-25000" dirty="0"/>
                              <m:t>2</m:t>
                            </m:r>
                            <m:r>
                              <m:rPr>
                                <m:nor/>
                              </m:rPr>
                              <a:rPr lang="es-ES" sz="2000" dirty="0"/>
                              <m:t> + </m:t>
                            </m:r>
                            <m:r>
                              <m:rPr>
                                <m:nor/>
                              </m:rPr>
                              <a:rPr lang="es-ES" sz="2000" dirty="0"/>
                              <m:t>X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US" sz="2000" dirty="0"/>
                          <m:t> </m:t>
                        </m:r>
                      </m:e>
                    </m:rad>
                    <m:r>
                      <a:rPr lang="es-ES" sz="2000" i="1" dirty="0">
                        <a:latin typeface="Cambria Math" panose="02040503050406030204" pitchFamily="18" charset="0"/>
                      </a:rPr>
                      <m:t>; </m:t>
                    </m:r>
                    <m:r>
                      <m:rPr>
                        <m:nor/>
                      </m:rPr>
                      <a:rPr lang="el-GR" sz="2000" dirty="0"/>
                      <m:t>α</m:t>
                    </m:r>
                    <m:r>
                      <m:rPr>
                        <m:nor/>
                      </m:rPr>
                      <a:rPr lang="es-ES" sz="2000" dirty="0"/>
                      <m:t>  </m:t>
                    </m:r>
                    <m:r>
                      <m:rPr>
                        <m:nor/>
                      </m:rPr>
                      <a:rPr lang="es-ES" sz="2000" dirty="0"/>
                      <m:t>s</m:t>
                    </m:r>
                    <m:r>
                      <m:rPr>
                        <m:nor/>
                      </m:rPr>
                      <a:rPr lang="es-ES" sz="2000" dirty="0"/>
                      <m:t>.</m:t>
                    </m:r>
                    <m:r>
                      <m:rPr>
                        <m:nor/>
                      </m:rPr>
                      <a:rPr lang="es-ES" sz="2000" dirty="0"/>
                      <m:t>t</m:t>
                    </m:r>
                    <m:r>
                      <m:rPr>
                        <m:nor/>
                      </m:rPr>
                      <a:rPr lang="es-ES" sz="2000" dirty="0"/>
                      <m:t>.  </m:t>
                    </m:r>
                    <m:r>
                      <m:rPr>
                        <m:nor/>
                      </m:rPr>
                      <a:rPr lang="es-ES" sz="2000" dirty="0"/>
                      <m:t>EVK</m:t>
                    </m:r>
                    <m:r>
                      <m:rPr>
                        <m:nor/>
                      </m:rPr>
                      <a:rPr lang="es-ES" sz="2000" baseline="-25000" dirty="0"/>
                      <m:t> =</m:t>
                    </m:r>
                    <m:r>
                      <m:rPr>
                        <m:nor/>
                      </m:rPr>
                      <a:rPr lang="es-ES" sz="2000" dirty="0"/>
                      <m:t>EVLS</m:t>
                    </m:r>
                  </m:oMath>
                </a14:m>
                <a:endParaRPr lang="en-US" sz="2000" baseline="-25000" dirty="0"/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endParaRPr lang="en-US" sz="2000" dirty="0"/>
              </a:p>
              <a:p>
                <a:r>
                  <a:rPr lang="en-US" sz="2000" dirty="0"/>
                  <a:t> </a:t>
                </a:r>
                <a:br>
                  <a:rPr lang="en-US" sz="2000" dirty="0"/>
                </a:br>
                <a:r>
                  <a:rPr lang="en-US" sz="2000" dirty="0"/>
                  <a:t> </a:t>
                </a:r>
              </a:p>
            </p:txBody>
          </p:sp>
        </mc:Choice>
        <mc:Fallback xmlns="">
          <p:sp>
            <p:nvSpPr>
              <p:cNvPr id="2" name="Ondertitel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457202" y="997585"/>
                <a:ext cx="8615235" cy="3789100"/>
              </a:xfrm>
              <a:blipFill>
                <a:blip r:embed="rId2"/>
                <a:stretch>
                  <a:fillRect l="-637" t="-80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57200" y="205979"/>
            <a:ext cx="6625652" cy="669232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b="1" dirty="0"/>
              <a:t>Location Spread</a:t>
            </a:r>
            <a:endParaRPr lang="nl-NL" b="1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832E037-98E6-FA12-50E5-69D2780DA0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4477" y="2593269"/>
            <a:ext cx="1361642" cy="469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0124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ítulo 1">
            <a:extLst>
              <a:ext uri="{FF2B5EF4-FFF2-40B4-BE49-F238E27FC236}">
                <a16:creationId xmlns:a16="http://schemas.microsoft.com/office/drawing/2014/main" id="{95A55151-C605-3548-A938-EBF08A1D53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400" dirty="0"/>
              <a:t>Python Script MO: </a:t>
            </a:r>
            <a:r>
              <a:rPr lang="es-ES" sz="1400" i="1" dirty="0"/>
              <a:t>C:\Users\D110148\OneDrive - </a:t>
            </a:r>
            <a:r>
              <a:rPr lang="es-ES" sz="1400" i="1" dirty="0" err="1"/>
              <a:t>pzem</a:t>
            </a:r>
            <a:r>
              <a:rPr lang="es-ES" sz="1400" i="1" dirty="0"/>
              <a:t>\</a:t>
            </a:r>
            <a:r>
              <a:rPr lang="es-ES" sz="1400" i="1" dirty="0" err="1"/>
              <a:t>Main</a:t>
            </a:r>
            <a:r>
              <a:rPr lang="es-ES" sz="1400" i="1" dirty="0"/>
              <a:t>\</a:t>
            </a:r>
            <a:r>
              <a:rPr lang="es-ES" sz="1400" i="1" dirty="0" err="1"/>
              <a:t>Risk</a:t>
            </a:r>
            <a:r>
              <a:rPr lang="es-ES" sz="1400" i="1" dirty="0"/>
              <a:t> Management OTS\</a:t>
            </a:r>
            <a:r>
              <a:rPr lang="es-ES" sz="1400" i="1" dirty="0" err="1"/>
              <a:t>Persoonlijke</a:t>
            </a:r>
            <a:r>
              <a:rPr lang="es-ES" sz="1400" i="1" dirty="0"/>
              <a:t> </a:t>
            </a:r>
            <a:r>
              <a:rPr lang="es-ES" sz="1400" i="1" dirty="0" err="1"/>
              <a:t>Mappen</a:t>
            </a:r>
            <a:r>
              <a:rPr lang="es-ES" sz="1400" i="1" dirty="0"/>
              <a:t>\Mauro\Script4MeanReversionFactors.ipynb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1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Template for MR Factors calculation:</a:t>
            </a:r>
            <a:r>
              <a:rPr lang="en-US" sz="1400" i="1" dirty="0"/>
              <a:t> C:\Users\D110148\OneDrive - </a:t>
            </a:r>
            <a:r>
              <a:rPr lang="en-US" sz="1400" i="1" dirty="0" err="1"/>
              <a:t>pzem</a:t>
            </a:r>
            <a:r>
              <a:rPr lang="en-US" sz="1400" i="1" dirty="0"/>
              <a:t>\Main\Risk Management OTS\</a:t>
            </a:r>
            <a:r>
              <a:rPr lang="en-US" sz="1400" i="1" dirty="0" err="1"/>
              <a:t>Persoonlijke</a:t>
            </a:r>
            <a:r>
              <a:rPr lang="en-US" sz="1400" i="1" dirty="0"/>
              <a:t> </a:t>
            </a:r>
            <a:r>
              <a:rPr lang="en-US" sz="1400" i="1" dirty="0" err="1"/>
              <a:t>Mappen</a:t>
            </a:r>
            <a:r>
              <a:rPr lang="en-US" sz="1400" i="1" dirty="0"/>
              <a:t>\Shared\Mean Reversion Factor Estimation Template.xlsx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Gas location Spread valuations: </a:t>
            </a:r>
            <a:r>
              <a:rPr lang="en-US" sz="1400" i="1" dirty="0"/>
              <a:t>I:\BU Portfolio Analytics\Shared\Gas Location Spread Valuations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1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1400" i="1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17A1B67C-300C-522F-67CF-36E5E486C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Files</a:t>
            </a:r>
          </a:p>
        </p:txBody>
      </p:sp>
    </p:spTree>
    <p:extLst>
      <p:ext uri="{BB962C8B-B14F-4D97-AF65-F5344CB8AC3E}">
        <p14:creationId xmlns:p14="http://schemas.microsoft.com/office/powerpoint/2010/main" val="2467787254"/>
      </p:ext>
    </p:extLst>
  </p:cSld>
  <p:clrMapOvr>
    <a:masterClrMapping/>
  </p:clrMapOvr>
</p:sld>
</file>

<file path=ppt/theme/theme1.xml><?xml version="1.0" encoding="utf-8"?>
<a:theme xmlns:a="http://schemas.openxmlformats.org/drawingml/2006/main" name="02-03DELTA_powerpoint1">
  <a:themeElements>
    <a:clrScheme name="PZEM">
      <a:dk1>
        <a:srgbClr val="000000"/>
      </a:dk1>
      <a:lt1>
        <a:srgbClr val="FFFFFF"/>
      </a:lt1>
      <a:dk2>
        <a:srgbClr val="76B629"/>
      </a:dk2>
      <a:lt2>
        <a:srgbClr val="FFFFFE"/>
      </a:lt2>
      <a:accent1>
        <a:srgbClr val="74B626"/>
      </a:accent1>
      <a:accent2>
        <a:srgbClr val="FEFFFF"/>
      </a:accent2>
      <a:accent3>
        <a:srgbClr val="74B629"/>
      </a:accent3>
      <a:accent4>
        <a:srgbClr val="FEFFFF"/>
      </a:accent4>
      <a:accent5>
        <a:srgbClr val="000000"/>
      </a:accent5>
      <a:accent6>
        <a:srgbClr val="FEFFFF"/>
      </a:accent6>
      <a:hlink>
        <a:srgbClr val="74B626"/>
      </a:hlink>
      <a:folHlink>
        <a:srgbClr val="0000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02-09DELTA_Powerpoint1" id="{A3AC5616-4F11-D149-B13F-73FC09F96FD9}" vid="{B1D77CAB-2844-794D-8B1A-B2E52ABF9708}"/>
    </a:ext>
  </a:extLst>
</a:theme>
</file>

<file path=ppt/theme/theme2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1D115DB78DAD44DB498D9BC5E098116" ma:contentTypeVersion="28" ma:contentTypeDescription="Een nieuw document maken." ma:contentTypeScope="" ma:versionID="6c92bda0ae0a9e9186b675ea5b9703bf">
  <xsd:schema xmlns:xsd="http://www.w3.org/2001/XMLSchema" xmlns:xs="http://www.w3.org/2001/XMLSchema" xmlns:p="http://schemas.microsoft.com/office/2006/metadata/properties" xmlns:ns2="fb0b1b7d-a425-4bc2-93bb-8d06f8e3fe1d" xmlns:ns3="4827e0d4-89c0-4f73-9bfb-eaede9adbb5d" targetNamespace="http://schemas.microsoft.com/office/2006/metadata/properties" ma:root="true" ma:fieldsID="f040462afc0577118b639c24f35bd9c3" ns2:_="" ns3:_="">
    <xsd:import namespace="fb0b1b7d-a425-4bc2-93bb-8d06f8e3fe1d"/>
    <xsd:import namespace="4827e0d4-89c0-4f73-9bfb-eaede9adbb5d"/>
    <xsd:element name="properties">
      <xsd:complexType>
        <xsd:sequence>
          <xsd:element name="documentManagement">
            <xsd:complexType>
              <xsd:all>
                <xsd:element ref="ns2:m436fb05acdf49daaee378460eec8881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Hyperlink" minOccurs="0"/>
                <xsd:element ref="ns2:MediaServiceGenerationTime" minOccurs="0"/>
                <xsd:element ref="ns2:MediaServiceEventHashCode" minOccurs="0"/>
                <xsd:element ref="ns2:Locatie" minOccurs="0"/>
                <xsd:element ref="ns2:ddb93eec-c959-4def-a33e-3e5bef2c7149CountryOrRegion" minOccurs="0"/>
                <xsd:element ref="ns2:ddb93eec-c959-4def-a33e-3e5bef2c7149State" minOccurs="0"/>
                <xsd:element ref="ns2:ddb93eec-c959-4def-a33e-3e5bef2c7149City" minOccurs="0"/>
                <xsd:element ref="ns2:ddb93eec-c959-4def-a33e-3e5bef2c7149PostalCode" minOccurs="0"/>
                <xsd:element ref="ns2:ddb93eec-c959-4def-a33e-3e5bef2c7149Street" minOccurs="0"/>
                <xsd:element ref="ns2:ddb93eec-c959-4def-a33e-3e5bef2c7149GeoLoc" minOccurs="0"/>
                <xsd:element ref="ns2:ddb93eec-c959-4def-a33e-3e5bef2c7149DispNam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0b1b7d-a425-4bc2-93bb-8d06f8e3fe1d" elementFormDefault="qualified">
    <xsd:import namespace="http://schemas.microsoft.com/office/2006/documentManagement/types"/>
    <xsd:import namespace="http://schemas.microsoft.com/office/infopath/2007/PartnerControls"/>
    <xsd:element name="m436fb05acdf49daaee378460eec8881" ma:index="9" nillable="true" ma:taxonomy="true" ma:internalName="m436fb05acdf49daaee378460eec8881" ma:taxonomyFieldName="Afdeling" ma:displayName="Afdeling" ma:default="1;#Risk Management|9c485c92-7784-41fb-b356-585b3f8a1387" ma:fieldId="{6436fb05-acdf-49da-aee3-78460eec8881}" ma:sspId="b3aaa1e3-c54a-4102-a21b-3ebb9b878935" ma:termSetId="055ac8b1-0660-4ec5-9f5f-fcbbbf9e110f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MediaServiceAutoTags" ma:internalName="MediaServiceAutoTags" ma:readOnly="true">
      <xsd:simpleType>
        <xsd:restriction base="dms:Text"/>
      </xsd:simpleType>
    </xsd:element>
    <xsd:element name="MediaServiceOCR" ma:index="14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6" nillable="true" ma:displayName="MediaServiceLocation" ma:internalName="MediaServiceLocation" ma:readOnly="true">
      <xsd:simpleType>
        <xsd:restriction base="dms:Text"/>
      </xsd:simpleType>
    </xsd:element>
    <xsd:element name="Hyperlink" ma:index="17" nillable="true" ma:displayName="Hyperlink" ma:format="Hyperlink" ma:internalName="Hyperlink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Locatie" ma:index="20" nillable="true" ma:displayName="Locatie" ma:format="Dropdown" ma:internalName="Locatie">
      <xsd:simpleType>
        <xsd:restriction base="dms:Unknown"/>
      </xsd:simpleType>
    </xsd:element>
    <xsd:element name="ddb93eec-c959-4def-a33e-3e5bef2c7149CountryOrRegion" ma:index="21" nillable="true" ma:displayName="Locatie: land" ma:internalName="CountryOrRegion" ma:readOnly="true">
      <xsd:simpleType>
        <xsd:restriction base="dms:Text"/>
      </xsd:simpleType>
    </xsd:element>
    <xsd:element name="ddb93eec-c959-4def-a33e-3e5bef2c7149State" ma:index="22" nillable="true" ma:displayName="Locatie: provincie" ma:internalName="State" ma:readOnly="true">
      <xsd:simpleType>
        <xsd:restriction base="dms:Text"/>
      </xsd:simpleType>
    </xsd:element>
    <xsd:element name="ddb93eec-c959-4def-a33e-3e5bef2c7149City" ma:index="23" nillable="true" ma:displayName="Locatie: stad" ma:internalName="City" ma:readOnly="true">
      <xsd:simpleType>
        <xsd:restriction base="dms:Text"/>
      </xsd:simpleType>
    </xsd:element>
    <xsd:element name="ddb93eec-c959-4def-a33e-3e5bef2c7149PostalCode" ma:index="24" nillable="true" ma:displayName="Locatie: postcode" ma:internalName="PostalCode" ma:readOnly="true">
      <xsd:simpleType>
        <xsd:restriction base="dms:Text"/>
      </xsd:simpleType>
    </xsd:element>
    <xsd:element name="ddb93eec-c959-4def-a33e-3e5bef2c7149Street" ma:index="25" nillable="true" ma:displayName="Locatie: straat" ma:internalName="Street" ma:readOnly="true">
      <xsd:simpleType>
        <xsd:restriction base="dms:Text"/>
      </xsd:simpleType>
    </xsd:element>
    <xsd:element name="ddb93eec-c959-4def-a33e-3e5bef2c7149GeoLoc" ma:index="26" nillable="true" ma:displayName="Locatie: coördinaten" ma:internalName="GeoLoc" ma:readOnly="true">
      <xsd:simpleType>
        <xsd:restriction base="dms:Unknown"/>
      </xsd:simpleType>
    </xsd:element>
    <xsd:element name="ddb93eec-c959-4def-a33e-3e5bef2c7149DispName" ma:index="27" nillable="true" ma:displayName="Locatie: naam" ma:internalName="DispName" ma:readOnly="true">
      <xsd:simpleType>
        <xsd:restriction base="dms:Text"/>
      </xsd:simpleType>
    </xsd:element>
    <xsd:element name="MediaServiceAutoKeyPoints" ma:index="2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31" nillable="true" ma:taxonomy="true" ma:internalName="lcf76f155ced4ddcb4097134ff3c332f" ma:taxonomyFieldName="MediaServiceImageTags" ma:displayName="Afbeeldingtags" ma:readOnly="false" ma:fieldId="{5cf76f15-5ced-4ddc-b409-7134ff3c332f}" ma:taxonomyMulti="true" ma:sspId="b3aaa1e3-c54a-4102-a21b-3ebb9b87893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3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3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27e0d4-89c0-4f73-9bfb-eaede9adbb5d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7e27e34f-62b2-47ed-b053-b533d5f095fa}" ma:internalName="TaxCatchAll" ma:showField="CatchAllData" ma:web="4827e0d4-89c0-4f73-9bfb-eaede9adbb5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32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33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827e0d4-89c0-4f73-9bfb-eaede9adbb5d">
      <Value>1</Value>
    </TaxCatchAll>
    <m436fb05acdf49daaee378460eec8881 xmlns="fb0b1b7d-a425-4bc2-93bb-8d06f8e3fe1d">
      <Terms xmlns="http://schemas.microsoft.com/office/infopath/2007/PartnerControls">
        <TermInfo xmlns="http://schemas.microsoft.com/office/infopath/2007/PartnerControls">
          <TermName xmlns="http://schemas.microsoft.com/office/infopath/2007/PartnerControls">Risk Management</TermName>
          <TermId xmlns="http://schemas.microsoft.com/office/infopath/2007/PartnerControls">9c485c92-7784-41fb-b356-585b3f8a1387</TermId>
        </TermInfo>
      </Terms>
    </m436fb05acdf49daaee378460eec8881>
    <lcf76f155ced4ddcb4097134ff3c332f xmlns="fb0b1b7d-a425-4bc2-93bb-8d06f8e3fe1d">
      <Terms xmlns="http://schemas.microsoft.com/office/infopath/2007/PartnerControls"/>
    </lcf76f155ced4ddcb4097134ff3c332f>
    <Hyperlink xmlns="fb0b1b7d-a425-4bc2-93bb-8d06f8e3fe1d">
      <Url xsi:nil="true"/>
      <Description xsi:nil="true"/>
    </Hyperlink>
    <Locatie xmlns="fb0b1b7d-a425-4bc2-93bb-8d06f8e3fe1d" xsi:nil="true"/>
  </documentManagement>
</p:properties>
</file>

<file path=customXml/itemProps1.xml><?xml version="1.0" encoding="utf-8"?>
<ds:datastoreItem xmlns:ds="http://schemas.openxmlformats.org/officeDocument/2006/customXml" ds:itemID="{E2A12C69-638D-4F89-8666-AC58521B734B}"/>
</file>

<file path=customXml/itemProps2.xml><?xml version="1.0" encoding="utf-8"?>
<ds:datastoreItem xmlns:ds="http://schemas.openxmlformats.org/officeDocument/2006/customXml" ds:itemID="{0E5864D0-7176-433E-B95C-6D738223556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A31E914-A556-4130-B97D-3F344E122600}">
  <ds:schemaRefs>
    <ds:schemaRef ds:uri="http://schemas.microsoft.com/office/2006/metadata/properties"/>
    <ds:schemaRef ds:uri="http://schemas.microsoft.com/office/infopath/2007/PartnerControls"/>
    <ds:schemaRef ds:uri="caf08652-d18e-402f-9582-2d5c51951837"/>
    <ds:schemaRef ds:uri="ba901273-d5ab-452d-96ae-c65ed61b2314"/>
    <ds:schemaRef ds:uri="4827e0d4-89c0-4f73-9bfb-eaede9adbb5d"/>
    <ds:schemaRef ds:uri="fb0b1b7d-a425-4bc2-93bb-8d06f8e3fe1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02-09DELTA_Powerpoint1</Template>
  <TotalTime>10581</TotalTime>
  <Words>674</Words>
  <Application>Microsoft Office PowerPoint</Application>
  <PresentationFormat>Presentación en pantalla (16:9)</PresentationFormat>
  <Paragraphs>107</Paragraphs>
  <Slides>9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 Math</vt:lpstr>
      <vt:lpstr>Wingdings</vt:lpstr>
      <vt:lpstr>02-03DELTA_powerpoint1</vt:lpstr>
      <vt:lpstr>MR Factors CSS and LS</vt:lpstr>
      <vt:lpstr>CSS Mean Reversion Factors</vt:lpstr>
      <vt:lpstr>Steps</vt:lpstr>
      <vt:lpstr>    Note</vt:lpstr>
      <vt:lpstr>Detailed Steps</vt:lpstr>
      <vt:lpstr>Appendix 1 demonstration:</vt:lpstr>
      <vt:lpstr>Appenix 2: Kirk Approximation</vt:lpstr>
      <vt:lpstr>Location Spread</vt:lpstr>
      <vt:lpstr>Files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Leonard Floresteijn</dc:creator>
  <cp:lastModifiedBy>Acuña González, Mauro</cp:lastModifiedBy>
  <cp:revision>192</cp:revision>
  <dcterms:created xsi:type="dcterms:W3CDTF">2017-01-06T08:57:28Z</dcterms:created>
  <dcterms:modified xsi:type="dcterms:W3CDTF">2025-01-07T09:43:50Z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deling">
    <vt:lpwstr>1;#Risk Management|9c485c92-7784-41fb-b356-585b3f8a1387</vt:lpwstr>
  </property>
  <property fmtid="{D5CDD505-2E9C-101B-9397-08002B2CF9AE}" pid="3" name="MediaServiceImageTags">
    <vt:lpwstr/>
  </property>
  <property fmtid="{D5CDD505-2E9C-101B-9397-08002B2CF9AE}" pid="4" name="ContentTypeId">
    <vt:lpwstr>0x01010071D115DB78DAD44DB498D9BC5E098116</vt:lpwstr>
  </property>
</Properties>
</file>